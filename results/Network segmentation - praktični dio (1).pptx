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12192000" cy="6858000"/>
  <p:notesSz cx="6858000" cy="9144000"/>
  <p:defaultTextStyle>
    <a:defPPr rtl="0">
      <a:defRPr lang="hr-H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Author" initials="A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718"/>
  </p:normalViewPr>
  <p:slideViewPr>
    <p:cSldViewPr snapToGrid="0">
      <p:cViewPr varScale="1">
        <p:scale>
          <a:sx n="109" d="100"/>
          <a:sy n="109" d="100"/>
        </p:scale>
        <p:origin x="120" y="2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6" d="100"/>
        <a:sy n="126" d="100"/>
      </p:scale>
      <p:origin x="0" y="0"/>
    </p:cViewPr>
  </p:sorterViewPr>
  <p:notesViewPr>
    <p:cSldViewPr snapToGrid="0">
      <p:cViewPr varScale="1">
        <p:scale>
          <a:sx n="93" d="100"/>
          <a:sy n="93" d="100"/>
        </p:scale>
        <p:origin x="37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za zaglavlje 1">
            <a:extLst>
              <a:ext uri="{FF2B5EF4-FFF2-40B4-BE49-F238E27FC236}">
                <a16:creationId xmlns:a16="http://schemas.microsoft.com/office/drawing/2014/main" id="{3B129C17-9205-4554-BF5C-070656C2169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hr-HR"/>
          </a:p>
        </p:txBody>
      </p:sp>
      <p:sp>
        <p:nvSpPr>
          <p:cNvPr id="3" name="Rezervirano mjesto za datum 2">
            <a:extLst>
              <a:ext uri="{FF2B5EF4-FFF2-40B4-BE49-F238E27FC236}">
                <a16:creationId xmlns:a16="http://schemas.microsoft.com/office/drawing/2014/main" id="{0B41E939-D5BE-4B7F-BCD2-05DCC4E5E8C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67A853A-EE85-44E9-B8E2-0C8E34B7A9DF}" type="datetime1">
              <a:rPr lang="hr-HR" smtClean="0"/>
              <a:t>13.1.2026.</a:t>
            </a:fld>
            <a:endParaRPr lang="hr-HR"/>
          </a:p>
        </p:txBody>
      </p:sp>
      <p:sp>
        <p:nvSpPr>
          <p:cNvPr id="4" name="Rezervirano mjesto za podnožje 3">
            <a:extLst>
              <a:ext uri="{FF2B5EF4-FFF2-40B4-BE49-F238E27FC236}">
                <a16:creationId xmlns:a16="http://schemas.microsoft.com/office/drawing/2014/main" id="{F61800B1-1D76-46D4-ADAF-FD5EA7AFBE7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hr-HR"/>
          </a:p>
        </p:txBody>
      </p:sp>
      <p:sp>
        <p:nvSpPr>
          <p:cNvPr id="5" name="Rezervirano mjesto za broj slajda 4">
            <a:extLst>
              <a:ext uri="{FF2B5EF4-FFF2-40B4-BE49-F238E27FC236}">
                <a16:creationId xmlns:a16="http://schemas.microsoft.com/office/drawing/2014/main" id="{FCBFA674-DC58-422B-8963-09FD1B05EDD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A42FE58-2C2A-433E-A3EF-B39ACF97315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66356575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za zaglavlj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hr-HR" noProof="0"/>
          </a:p>
        </p:txBody>
      </p:sp>
      <p:sp>
        <p:nvSpPr>
          <p:cNvPr id="3" name="Rezervirano mjesto za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80E4BC-D93F-4DDB-A475-BA1CF6C59808}" type="datetime1">
              <a:rPr lang="hr-HR" smtClean="0"/>
              <a:pPr/>
              <a:t>13.1.2026.</a:t>
            </a:fld>
            <a:endParaRPr lang="hr-HR" dirty="0"/>
          </a:p>
        </p:txBody>
      </p:sp>
      <p:sp>
        <p:nvSpPr>
          <p:cNvPr id="4" name="Rezervirano mjesto za sliku na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hr-HR" noProof="0"/>
          </a:p>
        </p:txBody>
      </p:sp>
      <p:sp>
        <p:nvSpPr>
          <p:cNvPr id="5" name="Rezervirano mjesto za bilješk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hr-HR" noProof="0"/>
              <a:t>Kliknite da biste uredili stilove teksta matrice</a:t>
            </a:r>
          </a:p>
          <a:p>
            <a:pPr lvl="1" rtl="0"/>
            <a:r>
              <a:rPr lang="hr-HR" noProof="0"/>
              <a:t>Druga razina</a:t>
            </a:r>
          </a:p>
          <a:p>
            <a:pPr lvl="2" rtl="0"/>
            <a:r>
              <a:rPr lang="hr-HR" noProof="0"/>
              <a:t>Treća razina</a:t>
            </a:r>
          </a:p>
          <a:p>
            <a:pPr lvl="3" rtl="0"/>
            <a:r>
              <a:rPr lang="hr-HR" noProof="0"/>
              <a:t>Četvrta razina</a:t>
            </a:r>
          </a:p>
          <a:p>
            <a:pPr lvl="4" rtl="0"/>
            <a:r>
              <a:rPr lang="hr-HR" noProof="0"/>
              <a:t>Peta razina</a:t>
            </a:r>
          </a:p>
        </p:txBody>
      </p:sp>
      <p:sp>
        <p:nvSpPr>
          <p:cNvPr id="6" name="Rezervirano mjesto za podnožj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hr-HR" noProof="0"/>
          </a:p>
        </p:txBody>
      </p:sp>
      <p:sp>
        <p:nvSpPr>
          <p:cNvPr id="7" name="Rezervirano mjesto za broj slajd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97DC217-DF71-1A49-B3EA-559F1F43B0FF}" type="slidenum">
              <a:rPr lang="hr-HR" noProof="0" smtClean="0"/>
              <a:t>‹#›</a:t>
            </a:fld>
            <a:endParaRPr lang="hr-HR" noProof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za sliku na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za bilješk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hr-HR"/>
          </a:p>
        </p:txBody>
      </p:sp>
      <p:sp>
        <p:nvSpPr>
          <p:cNvPr id="4" name="Rezervirano mjesto za broj slajd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F97DC217-DF71-1A49-B3EA-559F1F43B0FF}" type="slidenum">
              <a:rPr lang="hr-HR" smtClean="0"/>
              <a:t>1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2777243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1122363"/>
            <a:ext cx="7096933" cy="2387600"/>
          </a:xfrm>
        </p:spPr>
        <p:txBody>
          <a:bodyPr rtlCol="0" anchor="b">
            <a:noAutofit/>
          </a:bodyPr>
          <a:lstStyle>
            <a:lvl1pPr algn="l"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hr-HR" noProof="0"/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02038"/>
            <a:ext cx="9500507" cy="806675"/>
          </a:xfrm>
        </p:spPr>
        <p:txBody>
          <a:bodyPr rtlCol="0">
            <a:noAutofit/>
          </a:bodyPr>
          <a:lstStyle>
            <a:lvl1pPr marL="0" indent="0" algn="l">
              <a:buNone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hr-HR" noProof="0"/>
          </a:p>
        </p:txBody>
      </p:sp>
      <p:sp>
        <p:nvSpPr>
          <p:cNvPr id="4" name="Pravokutnik 3">
            <a:extLst>
              <a:ext uri="{FF2B5EF4-FFF2-40B4-BE49-F238E27FC236}">
                <a16:creationId xmlns:a16="http://schemas.microsoft.com/office/drawing/2014/main" id="{9AC79249-FDC0-364D-A734-AE1DE1605D28}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r-HR" noProof="0">
              <a:latin typeface="Arial" panose="020B0604020202020204" pitchFamily="34" charset="0"/>
            </a:endParaRPr>
          </a:p>
        </p:txBody>
      </p:sp>
      <p:sp>
        <p:nvSpPr>
          <p:cNvPr id="5" name="Elipsa 4">
            <a:extLst>
              <a:ext uri="{FF2B5EF4-FFF2-40B4-BE49-F238E27FC236}">
                <a16:creationId xmlns:a16="http://schemas.microsoft.com/office/drawing/2014/main" id="{902465C8-266D-104C-9C49-323DF4A8277E}"/>
              </a:ext>
            </a:extLst>
          </p:cNvPr>
          <p:cNvSpPr/>
          <p:nvPr userDrawn="1"/>
        </p:nvSpPr>
        <p:spPr>
          <a:xfrm>
            <a:off x="583746" y="4960030"/>
            <a:ext cx="1551214" cy="1551214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r-HR" noProof="0">
              <a:latin typeface="Arial" panose="020B0604020202020204" pitchFamily="34" charset="0"/>
            </a:endParaRPr>
          </a:p>
        </p:txBody>
      </p:sp>
      <p:sp>
        <p:nvSpPr>
          <p:cNvPr id="11" name="Prostoručni oblik 10">
            <a:extLst>
              <a:ext uri="{FF2B5EF4-FFF2-40B4-BE49-F238E27FC236}">
                <a16:creationId xmlns:a16="http://schemas.microsoft.com/office/drawing/2014/main" id="{37979A1C-BF60-B345-A664-2E4F7A3461EB}"/>
              </a:ext>
            </a:extLst>
          </p:cNvPr>
          <p:cNvSpPr/>
          <p:nvPr userDrawn="1"/>
        </p:nvSpPr>
        <p:spPr>
          <a:xfrm>
            <a:off x="1" y="4571999"/>
            <a:ext cx="1118508" cy="1118508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hr-HR" noProof="0">
              <a:latin typeface="Arial" panose="020B0604020202020204" pitchFamily="34" charset="0"/>
            </a:endParaRPr>
          </a:p>
        </p:txBody>
      </p:sp>
      <p:sp>
        <p:nvSpPr>
          <p:cNvPr id="9" name="Prostoručni oblik 8">
            <a:extLst>
              <a:ext uri="{FF2B5EF4-FFF2-40B4-BE49-F238E27FC236}">
                <a16:creationId xmlns:a16="http://schemas.microsoft.com/office/drawing/2014/main" id="{58080B3E-915C-2D4C-8608-596E1BFD6387}"/>
              </a:ext>
            </a:extLst>
          </p:cNvPr>
          <p:cNvSpPr/>
          <p:nvPr userDrawn="1"/>
        </p:nvSpPr>
        <p:spPr>
          <a:xfrm>
            <a:off x="1" y="5739492"/>
            <a:ext cx="1118508" cy="1118508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hr-HR" noProof="0">
              <a:latin typeface="Arial" panose="020B0604020202020204" pitchFamily="34" charset="0"/>
            </a:endParaRPr>
          </a:p>
        </p:txBody>
      </p:sp>
      <p:grpSp>
        <p:nvGrpSpPr>
          <p:cNvPr id="6" name="Grupa 5">
            <a:extLst>
              <a:ext uri="{FF2B5EF4-FFF2-40B4-BE49-F238E27FC236}">
                <a16:creationId xmlns:a16="http://schemas.microsoft.com/office/drawing/2014/main" id="{F15FBB50-09C8-B64E-AE57-67C5E70810CB}"/>
              </a:ext>
            </a:extLst>
          </p:cNvPr>
          <p:cNvGrpSpPr/>
          <p:nvPr userDrawn="1"/>
        </p:nvGrpSpPr>
        <p:grpSpPr>
          <a:xfrm>
            <a:off x="8264427" y="-3419"/>
            <a:ext cx="3927573" cy="3165022"/>
            <a:chOff x="9857014" y="13834"/>
            <a:chExt cx="2334986" cy="1881641"/>
          </a:xfrm>
        </p:grpSpPr>
        <p:sp>
          <p:nvSpPr>
            <p:cNvPr id="15" name="Prostoručni oblik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hr-HR" noProof="0">
                <a:latin typeface="Arial" panose="020B0604020202020204" pitchFamily="34" charset="0"/>
              </a:endParaRPr>
            </a:p>
          </p:txBody>
        </p:sp>
        <p:sp>
          <p:nvSpPr>
            <p:cNvPr id="16" name="Prostoručni oblik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hr-HR" noProof="0">
                <a:latin typeface="Arial" panose="020B0604020202020204" pitchFamily="34" charset="0"/>
              </a:endParaRPr>
            </a:p>
          </p:txBody>
        </p:sp>
      </p:grpSp>
      <p:sp>
        <p:nvSpPr>
          <p:cNvPr id="22" name="Prostoručni oblik 21">
            <a:extLst>
              <a:ext uri="{FF2B5EF4-FFF2-40B4-BE49-F238E27FC236}">
                <a16:creationId xmlns:a16="http://schemas.microsoft.com/office/drawing/2014/main" id="{BC68F289-2744-2F48-893A-3F17911625C8}"/>
              </a:ext>
            </a:extLst>
          </p:cNvPr>
          <p:cNvSpPr/>
          <p:nvPr userDrawn="1"/>
        </p:nvSpPr>
        <p:spPr>
          <a:xfrm>
            <a:off x="0" y="-1"/>
            <a:ext cx="1167493" cy="1167493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hr-HR" noProof="0">
              <a:latin typeface="Arial" panose="020B0604020202020204" pitchFamily="34" charset="0"/>
            </a:endParaRPr>
          </a:p>
        </p:txBody>
      </p:sp>
      <p:sp>
        <p:nvSpPr>
          <p:cNvPr id="28" name="Prostoručni oblik 27">
            <a:extLst>
              <a:ext uri="{FF2B5EF4-FFF2-40B4-BE49-F238E27FC236}">
                <a16:creationId xmlns:a16="http://schemas.microsoft.com/office/drawing/2014/main" id="{9E240E8A-950E-7946-826C-415CB5DACA43}"/>
              </a:ext>
            </a:extLst>
          </p:cNvPr>
          <p:cNvSpPr/>
          <p:nvPr userDrawn="1"/>
        </p:nvSpPr>
        <p:spPr>
          <a:xfrm>
            <a:off x="11024507" y="4580708"/>
            <a:ext cx="1167493" cy="2277292"/>
          </a:xfrm>
          <a:custGeom>
            <a:avLst/>
            <a:gdLst>
              <a:gd name="connsiteX0" fmla="*/ 1167473 w 1167493"/>
              <a:gd name="connsiteY0" fmla="*/ 0 h 2272167"/>
              <a:gd name="connsiteX1" fmla="*/ 1167493 w 1167493"/>
              <a:gd name="connsiteY1" fmla="*/ 0 h 2272167"/>
              <a:gd name="connsiteX2" fmla="*/ 1167493 w 1167493"/>
              <a:gd name="connsiteY2" fmla="*/ 492960 h 2272167"/>
              <a:gd name="connsiteX3" fmla="*/ 1167493 w 1167493"/>
              <a:gd name="connsiteY3" fmla="*/ 720385 h 2272167"/>
              <a:gd name="connsiteX4" fmla="*/ 1167493 w 1167493"/>
              <a:gd name="connsiteY4" fmla="*/ 2272167 h 2272167"/>
              <a:gd name="connsiteX5" fmla="*/ 0 w 1167493"/>
              <a:gd name="connsiteY5" fmla="*/ 2272167 h 2272167"/>
              <a:gd name="connsiteX6" fmla="*/ 0 w 1167493"/>
              <a:gd name="connsiteY6" fmla="*/ 1898074 h 2272167"/>
              <a:gd name="connsiteX7" fmla="*/ 0 w 1167493"/>
              <a:gd name="connsiteY7" fmla="*/ 1271597 h 2272167"/>
              <a:gd name="connsiteX8" fmla="*/ 0 w 1167493"/>
              <a:gd name="connsiteY8" fmla="*/ 1177688 h 2272167"/>
              <a:gd name="connsiteX9" fmla="*/ 1048124 w 1167493"/>
              <a:gd name="connsiteY9" fmla="*/ 6080 h 2272167"/>
              <a:gd name="connsiteX10" fmla="*/ 1167473 w 1167493"/>
              <a:gd name="connsiteY10" fmla="*/ 0 h 2272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67493" h="2272167">
                <a:moveTo>
                  <a:pt x="1167473" y="0"/>
                </a:moveTo>
                <a:lnTo>
                  <a:pt x="1167493" y="0"/>
                </a:lnTo>
                <a:lnTo>
                  <a:pt x="1167493" y="492960"/>
                </a:lnTo>
                <a:lnTo>
                  <a:pt x="1167493" y="720385"/>
                </a:lnTo>
                <a:lnTo>
                  <a:pt x="1167493" y="2272167"/>
                </a:lnTo>
                <a:lnTo>
                  <a:pt x="0" y="2272167"/>
                </a:lnTo>
                <a:lnTo>
                  <a:pt x="0" y="1898074"/>
                </a:lnTo>
                <a:lnTo>
                  <a:pt x="0" y="1271597"/>
                </a:lnTo>
                <a:lnTo>
                  <a:pt x="0" y="1177688"/>
                </a:lnTo>
                <a:cubicBezTo>
                  <a:pt x="0" y="567919"/>
                  <a:pt x="459408" y="66389"/>
                  <a:pt x="1048124" y="6080"/>
                </a:cubicBezTo>
                <a:lnTo>
                  <a:pt x="1167473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hr-HR" noProof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hr-HR" noProof="0"/>
          </a:p>
        </p:txBody>
      </p:sp>
      <p:sp>
        <p:nvSpPr>
          <p:cNvPr id="3" name="Rezervirano mjesto za sadržaj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17467"/>
            <a:ext cx="9779182" cy="3366815"/>
          </a:xfrm>
        </p:spPr>
        <p:txBody>
          <a:bodyPr rtlCol="0">
            <a:noAutofit/>
          </a:bodyPr>
          <a:lstStyle>
            <a:lvl1pPr marL="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hr-HR" noProof="0"/>
              <a:t>Kliknite da biste uredili stilove teksta matrice</a:t>
            </a:r>
          </a:p>
          <a:p>
            <a:pPr lvl="1" rtl="0"/>
            <a:r>
              <a:rPr lang="hr-HR" noProof="0"/>
              <a:t>Druga razina</a:t>
            </a:r>
          </a:p>
          <a:p>
            <a:pPr lvl="2" rtl="0"/>
            <a:r>
              <a:rPr lang="hr-HR" noProof="0"/>
              <a:t>Treća razina</a:t>
            </a:r>
          </a:p>
          <a:p>
            <a:pPr lvl="3" rtl="0"/>
            <a:r>
              <a:rPr lang="hr-HR" noProof="0"/>
              <a:t>Četvrta razina</a:t>
            </a:r>
          </a:p>
          <a:p>
            <a:pPr lvl="4" rtl="0"/>
            <a:r>
              <a:rPr lang="hr-HR" noProof="0"/>
              <a:t>Peta razina</a:t>
            </a:r>
          </a:p>
        </p:txBody>
      </p:sp>
      <p:sp>
        <p:nvSpPr>
          <p:cNvPr id="4" name="Prostoručni oblik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hr-HR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Prostoručni oblik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hr-HR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Prostoručni oblik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hr-HR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" name="Grupa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8082092" y="5590903"/>
            <a:ext cx="1572380" cy="1267097"/>
            <a:chOff x="7413403" y="4976359"/>
            <a:chExt cx="2334986" cy="1881641"/>
          </a:xfrm>
        </p:grpSpPr>
        <p:sp>
          <p:nvSpPr>
            <p:cNvPr id="7" name="Prostoručni oblik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hr-HR" noProof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Prostoručni oblik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hr-HR" noProof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" name="Rezervirano mjesto za datum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BB8B702-403D-4506-8E46-F13BCF04FF36}" type="datetime1">
              <a:rPr lang="hr-HR" noProof="0" smtClean="0">
                <a:latin typeface="Arial" panose="020B0604020202020204" pitchFamily="34" charset="0"/>
              </a:rPr>
              <a:t>13.1.2026.</a:t>
            </a:fld>
            <a:endParaRPr lang="hr-HR" noProof="0">
              <a:latin typeface="Arial" panose="020B0604020202020204" pitchFamily="34" charset="0"/>
            </a:endParaRPr>
          </a:p>
        </p:txBody>
      </p:sp>
      <p:sp>
        <p:nvSpPr>
          <p:cNvPr id="11" name="Rezervirano mjesto za podnožje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r-HR" noProof="0"/>
              <a:t>NASLOV PREZENTACIJE</a:t>
            </a:r>
            <a:endParaRPr lang="hr-HR" noProof="0">
              <a:latin typeface="Arial" panose="020B0604020202020204" pitchFamily="34" charset="0"/>
            </a:endParaRPr>
          </a:p>
        </p:txBody>
      </p:sp>
      <p:sp>
        <p:nvSpPr>
          <p:cNvPr id="12" name="Rezervirano mjesto za broj slajda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94A09A9-5501-47C1-A89A-A340965A2BE2}" type="slidenum">
              <a:rPr lang="hr-HR" noProof="0" smtClean="0"/>
              <a:pPr/>
              <a:t>‹#›</a:t>
            </a:fld>
            <a:endParaRPr lang="hr-HR" noProof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aglavlje odjeljka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avokutnik 6">
            <a:extLst>
              <a:ext uri="{FF2B5EF4-FFF2-40B4-BE49-F238E27FC236}">
                <a16:creationId xmlns:a16="http://schemas.microsoft.com/office/drawing/2014/main" id="{2A62587F-7496-384A-AF40-18FC8CF0709D}"/>
              </a:ext>
            </a:extLst>
          </p:cNvPr>
          <p:cNvSpPr/>
          <p:nvPr userDrawn="1"/>
        </p:nvSpPr>
        <p:spPr>
          <a:xfrm>
            <a:off x="0" y="2286002"/>
            <a:ext cx="1220882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r-HR" noProof="0">
              <a:latin typeface="Arial" panose="020B0604020202020204" pitchFamily="34" charset="0"/>
            </a:endParaRPr>
          </a:p>
        </p:txBody>
      </p:sp>
      <p:sp>
        <p:nvSpPr>
          <p:cNvPr id="12" name="Prostoručni oblik 11">
            <a:extLst>
              <a:ext uri="{FF2B5EF4-FFF2-40B4-BE49-F238E27FC236}">
                <a16:creationId xmlns:a16="http://schemas.microsoft.com/office/drawing/2014/main" id="{84DB028B-A475-224B-B675-A15A56CAD0BF}"/>
              </a:ext>
            </a:extLst>
          </p:cNvPr>
          <p:cNvSpPr/>
          <p:nvPr userDrawn="1"/>
        </p:nvSpPr>
        <p:spPr>
          <a:xfrm flipH="1">
            <a:off x="8597718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hr-HR" noProof="0">
              <a:latin typeface="Arial" panose="020B0604020202020204" pitchFamily="34" charset="0"/>
            </a:endParaRPr>
          </a:p>
        </p:txBody>
      </p:sp>
      <p:sp>
        <p:nvSpPr>
          <p:cNvPr id="14" name="Prostoručni oblik 13">
            <a:extLst>
              <a:ext uri="{FF2B5EF4-FFF2-40B4-BE49-F238E27FC236}">
                <a16:creationId xmlns:a16="http://schemas.microsoft.com/office/drawing/2014/main" id="{61C34955-105B-4D4D-B51D-754C5D38A85D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hr-HR" noProof="0">
              <a:latin typeface="Arial" panose="020B0604020202020204" pitchFamily="34" charset="0"/>
            </a:endParaRPr>
          </a:p>
        </p:txBody>
      </p:sp>
      <p:sp>
        <p:nvSpPr>
          <p:cNvPr id="15" name="Prostoručni oblik 14">
            <a:extLst>
              <a:ext uri="{FF2B5EF4-FFF2-40B4-BE49-F238E27FC236}">
                <a16:creationId xmlns:a16="http://schemas.microsoft.com/office/drawing/2014/main" id="{2734DEB1-EC02-2E42-9292-4ADD115060A5}"/>
              </a:ext>
            </a:extLst>
          </p:cNvPr>
          <p:cNvSpPr/>
          <p:nvPr userDrawn="1"/>
        </p:nvSpPr>
        <p:spPr>
          <a:xfrm rot="5400000" flipH="1" flipV="1">
            <a:off x="10344100" y="438098"/>
            <a:ext cx="2285999" cy="1409801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hr-HR" noProof="0">
              <a:latin typeface="Arial" panose="020B0604020202020204" pitchFamily="34" charset="0"/>
            </a:endParaRPr>
          </a:p>
        </p:txBody>
      </p:sp>
      <p:sp>
        <p:nvSpPr>
          <p:cNvPr id="13" name="Naslov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Arial" panose="020B0604020202020204" pitchFamily="34" charset="0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hr-HR" noProof="0"/>
          </a:p>
        </p:txBody>
      </p:sp>
      <p:sp>
        <p:nvSpPr>
          <p:cNvPr id="3" name="Rezervirano mjesto za tekst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167492" y="2653167"/>
            <a:ext cx="9779183" cy="3436483"/>
          </a:xfrm>
        </p:spPr>
        <p:txBody>
          <a:bodyPr rtlCol="0">
            <a:noAutofit/>
          </a:bodyPr>
          <a:lstStyle>
            <a:lvl1pPr marL="0" indent="0">
              <a:lnSpc>
                <a:spcPct val="150000"/>
              </a:lnSpc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r-HR" noProof="0"/>
              <a:t>Kliknite da biste uredili stilove teksta matrice</a:t>
            </a:r>
          </a:p>
        </p:txBody>
      </p:sp>
      <p:sp>
        <p:nvSpPr>
          <p:cNvPr id="4" name="Rezervirano mjesto za datum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fld id="{B19DE686-5DEB-4791-A50D-197010B4C50B}" type="datetime1">
              <a:rPr lang="hr-HR" noProof="0" smtClean="0"/>
              <a:t>13.1.2026.</a:t>
            </a:fld>
            <a:endParaRPr lang="hr-HR" noProof="0"/>
          </a:p>
        </p:txBody>
      </p:sp>
      <p:sp>
        <p:nvSpPr>
          <p:cNvPr id="5" name="Rezervirano mjesto za podnožje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r>
              <a:rPr lang="hr-HR" noProof="0"/>
              <a:t>NASLOV PREZENTACIJE</a:t>
            </a:r>
          </a:p>
        </p:txBody>
      </p:sp>
      <p:sp>
        <p:nvSpPr>
          <p:cNvPr id="6" name="Rezervirano mjesto za broj slajda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Arial" panose="020B0604020202020204" pitchFamily="34" charset="0"/>
              </a:defRPr>
            </a:lvl1pPr>
          </a:lstStyle>
          <a:p>
            <a:fld id="{294A09A9-5501-47C1-A89A-A340965A2BE2}" type="slidenum">
              <a:rPr lang="hr-HR" noProof="0" smtClean="0"/>
              <a:pPr/>
              <a:t>‹#›</a:t>
            </a:fld>
            <a:endParaRPr lang="hr-HR" noProof="0"/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 odjelj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rostoručni oblik 22">
            <a:extLst>
              <a:ext uri="{FF2B5EF4-FFF2-40B4-BE49-F238E27FC236}">
                <a16:creationId xmlns:a16="http://schemas.microsoft.com/office/drawing/2014/main" id="{067EACEC-C2DD-EA42-8504-176673AD1F20}"/>
              </a:ext>
            </a:extLst>
          </p:cNvPr>
          <p:cNvSpPr/>
          <p:nvPr userDrawn="1"/>
        </p:nvSpPr>
        <p:spPr>
          <a:xfrm>
            <a:off x="0" y="0"/>
            <a:ext cx="8025490" cy="6858000"/>
          </a:xfrm>
          <a:custGeom>
            <a:avLst/>
            <a:gdLst>
              <a:gd name="connsiteX0" fmla="*/ 0 w 8025490"/>
              <a:gd name="connsiteY0" fmla="*/ 0 h 6858000"/>
              <a:gd name="connsiteX1" fmla="*/ 4596490 w 8025490"/>
              <a:gd name="connsiteY1" fmla="*/ 0 h 6858000"/>
              <a:gd name="connsiteX2" fmla="*/ 8025490 w 8025490"/>
              <a:gd name="connsiteY2" fmla="*/ 3429000 h 6858000"/>
              <a:gd name="connsiteX3" fmla="*/ 4596490 w 8025490"/>
              <a:gd name="connsiteY3" fmla="*/ 6858000 h 6858000"/>
              <a:gd name="connsiteX4" fmla="*/ 0 w 802549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25490" h="6858000">
                <a:moveTo>
                  <a:pt x="0" y="0"/>
                </a:moveTo>
                <a:lnTo>
                  <a:pt x="4596490" y="0"/>
                </a:lnTo>
                <a:cubicBezTo>
                  <a:pt x="6490274" y="0"/>
                  <a:pt x="8025490" y="1535216"/>
                  <a:pt x="8025490" y="3429000"/>
                </a:cubicBezTo>
                <a:cubicBezTo>
                  <a:pt x="8025490" y="5322784"/>
                  <a:pt x="6490274" y="6858000"/>
                  <a:pt x="4596490" y="6858000"/>
                </a:cubicBez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hr-HR" noProof="0">
              <a:latin typeface="Arial" panose="020B0604020202020204" pitchFamily="34" charset="0"/>
            </a:endParaRPr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059400"/>
            <a:ext cx="6245912" cy="2387600"/>
          </a:xfrm>
        </p:spPr>
        <p:txBody>
          <a:bodyPr rtlCol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hr-HR" noProof="0"/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4" y="3539075"/>
            <a:ext cx="6245912" cy="1406101"/>
          </a:xfrm>
        </p:spPr>
        <p:txBody>
          <a:bodyPr rtlCol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hr-HR" noProof="0"/>
          </a:p>
        </p:txBody>
      </p:sp>
      <p:grpSp>
        <p:nvGrpSpPr>
          <p:cNvPr id="6" name="Grupa 5">
            <a:extLst>
              <a:ext uri="{FF2B5EF4-FFF2-40B4-BE49-F238E27FC236}">
                <a16:creationId xmlns:a16="http://schemas.microsoft.com/office/drawing/2014/main" id="{89843C7E-5704-7A46-8974-F3BFA42E7310}"/>
              </a:ext>
            </a:extLst>
          </p:cNvPr>
          <p:cNvGrpSpPr/>
          <p:nvPr userDrawn="1"/>
        </p:nvGrpSpPr>
        <p:grpSpPr>
          <a:xfrm rot="16200000">
            <a:off x="8286528" y="2207195"/>
            <a:ext cx="3032351" cy="2443610"/>
            <a:chOff x="9857014" y="13834"/>
            <a:chExt cx="2334986" cy="1881641"/>
          </a:xfrm>
        </p:grpSpPr>
        <p:sp>
          <p:nvSpPr>
            <p:cNvPr id="15" name="Prostoručni oblik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hr-HR" noProof="0">
                <a:latin typeface="Arial" panose="020B0604020202020204" pitchFamily="34" charset="0"/>
              </a:endParaRPr>
            </a:p>
          </p:txBody>
        </p:sp>
        <p:sp>
          <p:nvSpPr>
            <p:cNvPr id="16" name="Prostoručni oblik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hr-HR" noProof="0">
                <a:latin typeface="Arial" panose="020B0604020202020204" pitchFamily="34" charset="0"/>
              </a:endParaRPr>
            </a:p>
          </p:txBody>
        </p:sp>
      </p:grpSp>
      <p:sp>
        <p:nvSpPr>
          <p:cNvPr id="17" name="Prostoručni oblik 16">
            <a:extLst>
              <a:ext uri="{FF2B5EF4-FFF2-40B4-BE49-F238E27FC236}">
                <a16:creationId xmlns:a16="http://schemas.microsoft.com/office/drawing/2014/main" id="{0B179973-08D2-EF40-B516-35E75E906394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hr-HR" noProof="0">
              <a:latin typeface="Arial" panose="020B0604020202020204" pitchFamily="34" charset="0"/>
            </a:endParaRPr>
          </a:p>
        </p:txBody>
      </p:sp>
      <p:sp>
        <p:nvSpPr>
          <p:cNvPr id="18" name="Prostoručni oblik 17">
            <a:extLst>
              <a:ext uri="{FF2B5EF4-FFF2-40B4-BE49-F238E27FC236}">
                <a16:creationId xmlns:a16="http://schemas.microsoft.com/office/drawing/2014/main" id="{6C811FF3-E48A-194D-8022-65F8C3A17449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hr-HR" noProof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Grafik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Arial" panose="020B0604020202020204" pitchFamily="34" charset="0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hr-HR" noProof="0"/>
          </a:p>
        </p:txBody>
      </p:sp>
      <p:sp>
        <p:nvSpPr>
          <p:cNvPr id="3" name="Rezervirano mjesto za sadržaj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7561"/>
            <a:ext cx="9779182" cy="3366815"/>
          </a:xfrm>
        </p:spPr>
        <p:txBody>
          <a:bodyPr rtlCol="0">
            <a:noAutofit/>
          </a:bodyPr>
          <a:lstStyle>
            <a:lvl1pPr marL="0" indent="0">
              <a:buNone/>
              <a:defRPr>
                <a:latin typeface="Arial" panose="020B0604020202020204" pitchFamily="34" charset="0"/>
              </a:defRPr>
            </a:lvl1pPr>
            <a:lvl2pPr marL="457200" indent="0">
              <a:buNone/>
              <a:defRPr>
                <a:latin typeface="Arial" panose="020B0604020202020204" pitchFamily="34" charset="0"/>
              </a:defRPr>
            </a:lvl2pPr>
            <a:lvl3pPr marL="914400" indent="0">
              <a:buNone/>
              <a:defRPr>
                <a:latin typeface="Arial" panose="020B0604020202020204" pitchFamily="34" charset="0"/>
              </a:defRPr>
            </a:lvl3pPr>
            <a:lvl4pPr marL="1371600" indent="0">
              <a:buNone/>
              <a:defRPr>
                <a:latin typeface="Arial" panose="020B0604020202020204" pitchFamily="34" charset="0"/>
              </a:defRPr>
            </a:lvl4pPr>
            <a:lvl5pPr marL="1828800" indent="0">
              <a:buNone/>
              <a:defRPr>
                <a:latin typeface="Arial" panose="020B0604020202020204" pitchFamily="34" charset="0"/>
              </a:defRPr>
            </a:lvl5pPr>
          </a:lstStyle>
          <a:p>
            <a:pPr lvl="0" rtl="0"/>
            <a:r>
              <a:rPr lang="hr-HR" noProof="0"/>
              <a:t>Kliknite da biste uredili stilove teksta matrice</a:t>
            </a:r>
          </a:p>
          <a:p>
            <a:pPr lvl="1" rtl="0"/>
            <a:r>
              <a:rPr lang="hr-HR" noProof="0"/>
              <a:t>Druga razina</a:t>
            </a:r>
          </a:p>
          <a:p>
            <a:pPr lvl="2" rtl="0"/>
            <a:r>
              <a:rPr lang="hr-HR" noProof="0"/>
              <a:t>Treća razina</a:t>
            </a:r>
          </a:p>
          <a:p>
            <a:pPr lvl="3" rtl="0"/>
            <a:r>
              <a:rPr lang="hr-HR" noProof="0"/>
              <a:t>Četvrta razina</a:t>
            </a:r>
          </a:p>
          <a:p>
            <a:pPr lvl="4" rtl="0"/>
            <a:r>
              <a:rPr lang="hr-HR" noProof="0"/>
              <a:t>Peta razina</a:t>
            </a:r>
          </a:p>
        </p:txBody>
      </p:sp>
      <p:sp>
        <p:nvSpPr>
          <p:cNvPr id="4" name="Prostoručni oblik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hr-HR" noProof="0">
              <a:latin typeface="Arial" panose="020B0604020202020204" pitchFamily="34" charset="0"/>
            </a:endParaRPr>
          </a:p>
        </p:txBody>
      </p:sp>
      <p:sp>
        <p:nvSpPr>
          <p:cNvPr id="5" name="Prostoručni oblik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rot="5400000" flipH="1">
            <a:off x="1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hr-HR" noProof="0">
              <a:latin typeface="Arial" panose="020B0604020202020204" pitchFamily="34" charset="0"/>
            </a:endParaRPr>
          </a:p>
        </p:txBody>
      </p:sp>
      <p:sp>
        <p:nvSpPr>
          <p:cNvPr id="10" name="Rezervirano mjesto za datum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fld id="{F4F0D5BD-3097-4103-BD13-85A096334CC5}" type="datetime1">
              <a:rPr lang="hr-HR" noProof="0" smtClean="0"/>
              <a:t>13.1.2026.</a:t>
            </a:fld>
            <a:endParaRPr lang="hr-HR" noProof="0"/>
          </a:p>
        </p:txBody>
      </p:sp>
      <p:sp>
        <p:nvSpPr>
          <p:cNvPr id="11" name="Rezervirano mjesto za podnožje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Arial" panose="020B0604020202020204" pitchFamily="34" charset="0"/>
              </a:defRPr>
            </a:lvl1pPr>
          </a:lstStyle>
          <a:p>
            <a:r>
              <a:rPr lang="hr-HR" noProof="0"/>
              <a:t>NASLOV PREZENTACIJE</a:t>
            </a:r>
          </a:p>
        </p:txBody>
      </p:sp>
      <p:sp>
        <p:nvSpPr>
          <p:cNvPr id="12" name="Rezervirano mjesto za broj slajda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Arial" panose="020B0604020202020204" pitchFamily="34" charset="0"/>
              </a:defRPr>
            </a:lvl1pPr>
          </a:lstStyle>
          <a:p>
            <a:fld id="{294A09A9-5501-47C1-A89A-A340965A2BE2}" type="slidenum">
              <a:rPr lang="hr-HR" noProof="0" smtClean="0"/>
              <a:pPr/>
              <a:t>‹#›</a:t>
            </a:fld>
            <a:endParaRPr lang="hr-HR" noProof="0"/>
          </a:p>
        </p:txBody>
      </p:sp>
    </p:spTree>
    <p:extLst>
      <p:ext uri="{BB962C8B-B14F-4D97-AF65-F5344CB8AC3E}">
        <p14:creationId xmlns:p14="http://schemas.microsoft.com/office/powerpoint/2010/main" val="3697818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Grafikon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a 8">
            <a:extLst>
              <a:ext uri="{FF2B5EF4-FFF2-40B4-BE49-F238E27FC236}">
                <a16:creationId xmlns:a16="http://schemas.microsoft.com/office/drawing/2014/main" id="{ABA2A58C-57B7-834C-8F5C-3299322411B1}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Prostoručni oblik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hr-HR" noProof="0">
                <a:latin typeface="Arial" panose="020B0604020202020204" pitchFamily="34" charset="0"/>
              </a:endParaRPr>
            </a:p>
          </p:txBody>
        </p:sp>
        <p:sp>
          <p:nvSpPr>
            <p:cNvPr id="14" name="Prostoručni oblik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hr-HR" noProof="0">
                <a:latin typeface="Arial" panose="020B0604020202020204" pitchFamily="34" charset="0"/>
              </a:endParaRPr>
            </a:p>
          </p:txBody>
        </p:sp>
      </p:grpSp>
      <p:sp>
        <p:nvSpPr>
          <p:cNvPr id="2" name="Naslov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Arial" panose="020B0604020202020204" pitchFamily="34" charset="0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hr-HR" noProof="0"/>
          </a:p>
        </p:txBody>
      </p:sp>
      <p:sp>
        <p:nvSpPr>
          <p:cNvPr id="3" name="Rezervirano mjesto za sadržaj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7563"/>
            <a:ext cx="9779182" cy="3366813"/>
          </a:xfrm>
        </p:spPr>
        <p:txBody>
          <a:bodyPr rtlCol="0">
            <a:noAutofit/>
          </a:bodyPr>
          <a:lstStyle>
            <a:lvl1pPr marL="0" indent="0">
              <a:buNone/>
              <a:defRPr>
                <a:latin typeface="Arial" panose="020B0604020202020204" pitchFamily="34" charset="0"/>
              </a:defRPr>
            </a:lvl1pPr>
            <a:lvl2pPr marL="457200" indent="0">
              <a:buNone/>
              <a:defRPr>
                <a:latin typeface="Arial" panose="020B0604020202020204" pitchFamily="34" charset="0"/>
              </a:defRPr>
            </a:lvl2pPr>
            <a:lvl3pPr marL="914400" indent="0">
              <a:buNone/>
              <a:defRPr>
                <a:latin typeface="Arial" panose="020B0604020202020204" pitchFamily="34" charset="0"/>
              </a:defRPr>
            </a:lvl3pPr>
            <a:lvl4pPr marL="1371600" indent="0">
              <a:buNone/>
              <a:defRPr>
                <a:latin typeface="Arial" panose="020B0604020202020204" pitchFamily="34" charset="0"/>
              </a:defRPr>
            </a:lvl4pPr>
            <a:lvl5pPr marL="1828800" indent="0">
              <a:buNone/>
              <a:defRPr>
                <a:latin typeface="Arial" panose="020B0604020202020204" pitchFamily="34" charset="0"/>
              </a:defRPr>
            </a:lvl5pPr>
          </a:lstStyle>
          <a:p>
            <a:pPr lvl="0" rtl="0"/>
            <a:r>
              <a:rPr lang="hr-HR" noProof="0"/>
              <a:t>Kliknite da biste uredili stilove teksta matrice</a:t>
            </a:r>
          </a:p>
          <a:p>
            <a:pPr lvl="1" rtl="0"/>
            <a:r>
              <a:rPr lang="hr-HR" noProof="0"/>
              <a:t>Druga razina</a:t>
            </a:r>
          </a:p>
          <a:p>
            <a:pPr lvl="2" rtl="0"/>
            <a:r>
              <a:rPr lang="hr-HR" noProof="0"/>
              <a:t>Treća razina</a:t>
            </a:r>
          </a:p>
          <a:p>
            <a:pPr lvl="3" rtl="0"/>
            <a:r>
              <a:rPr lang="hr-HR" noProof="0"/>
              <a:t>Četvrta razina</a:t>
            </a:r>
          </a:p>
          <a:p>
            <a:pPr lvl="4" rtl="0"/>
            <a:r>
              <a:rPr lang="hr-HR" noProof="0"/>
              <a:t>Peta razina</a:t>
            </a:r>
          </a:p>
        </p:txBody>
      </p:sp>
      <p:sp>
        <p:nvSpPr>
          <p:cNvPr id="10" name="Rezervirano mjesto za datum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Arial" panose="020B0604020202020204" pitchFamily="34" charset="0"/>
              </a:defRPr>
            </a:lvl1pPr>
          </a:lstStyle>
          <a:p>
            <a:fld id="{E4AE0443-FD69-43B4-8B3D-BC6B93B6C933}" type="datetime1">
              <a:rPr lang="hr-HR" noProof="0" smtClean="0"/>
              <a:t>13.1.2026.</a:t>
            </a:fld>
            <a:endParaRPr lang="hr-HR" noProof="0"/>
          </a:p>
        </p:txBody>
      </p:sp>
      <p:sp>
        <p:nvSpPr>
          <p:cNvPr id="11" name="Rezervirano mjesto za podnožje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Arial" panose="020B0604020202020204" pitchFamily="34" charset="0"/>
              </a:defRPr>
            </a:lvl1pPr>
          </a:lstStyle>
          <a:p>
            <a:r>
              <a:rPr lang="hr-HR" noProof="0"/>
              <a:t>NASLOV PREZENTACIJE</a:t>
            </a:r>
          </a:p>
        </p:txBody>
      </p:sp>
      <p:sp>
        <p:nvSpPr>
          <p:cNvPr id="12" name="Rezervirano mjesto za broj slajda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Arial" panose="020B0604020202020204" pitchFamily="34" charset="0"/>
              </a:defRPr>
            </a:lvl1pPr>
          </a:lstStyle>
          <a:p>
            <a:fld id="{294A09A9-5501-47C1-A89A-A340965A2BE2}" type="slidenum">
              <a:rPr lang="hr-HR" noProof="0" smtClean="0"/>
              <a:pPr/>
              <a:t>‹#›</a:t>
            </a:fld>
            <a:endParaRPr lang="hr-HR" noProof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8721" y="1684338"/>
            <a:ext cx="8594558" cy="2810460"/>
          </a:xfrm>
        </p:spPr>
        <p:txBody>
          <a:bodyPr rtlCol="0">
            <a:noAutofit/>
          </a:bodyPr>
          <a:lstStyle>
            <a:lvl1pPr algn="ctr">
              <a:lnSpc>
                <a:spcPct val="100000"/>
              </a:lnSpc>
              <a:defRPr sz="460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hr-HR" noProof="0"/>
          </a:p>
        </p:txBody>
      </p:sp>
      <p:sp>
        <p:nvSpPr>
          <p:cNvPr id="8" name="Rezervirano mjesto za tekst 7">
            <a:extLst>
              <a:ext uri="{FF2B5EF4-FFF2-40B4-BE49-F238E27FC236}">
                <a16:creationId xmlns:a16="http://schemas.microsoft.com/office/drawing/2014/main" id="{4C91C146-F9A8-9A4C-9508-8590923B8D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519405"/>
            <a:ext cx="1364297" cy="1094521"/>
          </a:xfrm>
        </p:spPr>
        <p:txBody>
          <a:bodyPr rtlCol="0">
            <a:noAutofit/>
          </a:bodyPr>
          <a:lstStyle>
            <a:lvl1pPr marL="0" indent="0" algn="ctr">
              <a:buNone/>
              <a:defRPr sz="23900" b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 rtl="0"/>
            <a:r>
              <a:rPr lang="hr-HR" noProof="0"/>
              <a:t>“</a:t>
            </a:r>
          </a:p>
        </p:txBody>
      </p:sp>
      <p:sp>
        <p:nvSpPr>
          <p:cNvPr id="10" name="Rezervirano mjesto za tekst 9">
            <a:extLst>
              <a:ext uri="{FF2B5EF4-FFF2-40B4-BE49-F238E27FC236}">
                <a16:creationId xmlns:a16="http://schemas.microsoft.com/office/drawing/2014/main" id="{322D6C2B-78AC-DD47-9289-067C968B06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81813" y="4494213"/>
            <a:ext cx="3511550" cy="679450"/>
          </a:xfrm>
        </p:spPr>
        <p:txBody>
          <a:bodyPr rtlCol="0">
            <a:no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 algn="r">
              <a:buNone/>
              <a:defRPr sz="1800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 algn="r">
              <a:buNone/>
              <a:defRPr sz="1600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 algn="r">
              <a:buNone/>
              <a:defRPr sz="1400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 algn="r">
              <a:buNone/>
              <a:defRPr sz="1400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 rtl="0"/>
            <a:r>
              <a:rPr lang="hr-HR" noProof="0"/>
              <a:t>Kliknite da biste uredili stilove teksta matrice</a:t>
            </a:r>
          </a:p>
        </p:txBody>
      </p:sp>
      <p:sp>
        <p:nvSpPr>
          <p:cNvPr id="9" name="Rezervirano mjesto za tekst 7">
            <a:extLst>
              <a:ext uri="{FF2B5EF4-FFF2-40B4-BE49-F238E27FC236}">
                <a16:creationId xmlns:a16="http://schemas.microsoft.com/office/drawing/2014/main" id="{612193CD-03AD-D74D-A5CD-747A9B53F49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609104" y="3399692"/>
            <a:ext cx="1364297" cy="1094521"/>
          </a:xfrm>
        </p:spPr>
        <p:txBody>
          <a:bodyPr rtlCol="0">
            <a:noAutofit/>
          </a:bodyPr>
          <a:lstStyle>
            <a:lvl1pPr marL="0" indent="0" algn="ctr">
              <a:buNone/>
              <a:defRPr sz="23900" b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 rtl="0"/>
            <a:r>
              <a:rPr lang="hr-HR" noProof="0"/>
              <a:t>”</a:t>
            </a:r>
          </a:p>
        </p:txBody>
      </p:sp>
      <p:sp>
        <p:nvSpPr>
          <p:cNvPr id="3" name="Rezervirano mjesto za datum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fld id="{C83CFD8D-5ECF-4124-A199-CB1800EDC91B}" type="datetime1">
              <a:rPr lang="hr-HR" noProof="0" smtClean="0"/>
              <a:t>13.1.2026.</a:t>
            </a:fld>
            <a:endParaRPr lang="hr-HR" noProof="0"/>
          </a:p>
        </p:txBody>
      </p:sp>
      <p:sp>
        <p:nvSpPr>
          <p:cNvPr id="4" name="Rezervirano mjesto za podnožje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r>
              <a:rPr lang="hr-HR" noProof="0"/>
              <a:t>NASLOV PREZENTACIJE</a:t>
            </a:r>
          </a:p>
        </p:txBody>
      </p:sp>
      <p:sp>
        <p:nvSpPr>
          <p:cNvPr id="5" name="Rezervirano mjesto za broj slajda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fld id="{294A09A9-5501-47C1-A89A-A340965A2BE2}" type="slidenum">
              <a:rPr lang="hr-HR" noProof="0" smtClean="0"/>
              <a:pPr/>
              <a:t>‹#›</a:t>
            </a:fld>
            <a:endParaRPr lang="hr-HR" noProof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ravokutnik 29">
            <a:extLst>
              <a:ext uri="{FF2B5EF4-FFF2-40B4-BE49-F238E27FC236}">
                <a16:creationId xmlns:a16="http://schemas.microsoft.com/office/drawing/2014/main" id="{28C225EC-F6EF-1144-834A-F0B91974AA41}"/>
              </a:ext>
            </a:extLst>
          </p:cNvPr>
          <p:cNvSpPr/>
          <p:nvPr userDrawn="1"/>
        </p:nvSpPr>
        <p:spPr>
          <a:xfrm>
            <a:off x="0" y="-1664"/>
            <a:ext cx="9857012" cy="68596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r-HR" noProof="0">
              <a:latin typeface="Arial" panose="020B0604020202020204" pitchFamily="34" charset="0"/>
            </a:endParaRPr>
          </a:p>
        </p:txBody>
      </p:sp>
      <p:sp>
        <p:nvSpPr>
          <p:cNvPr id="31" name="Naslov 1">
            <a:extLst>
              <a:ext uri="{FF2B5EF4-FFF2-40B4-BE49-F238E27FC236}">
                <a16:creationId xmlns:a16="http://schemas.microsoft.com/office/drawing/2014/main" id="{1E40CEAF-B1BB-174E-A798-3BA60D9C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430" y="381000"/>
            <a:ext cx="8401624" cy="1325563"/>
          </a:xfrm>
        </p:spPr>
        <p:txBody>
          <a:bodyPr lIns="0" rtlCol="0" anchor="b">
            <a:noAutofit/>
          </a:bodyPr>
          <a:lstStyle>
            <a:lvl1pPr>
              <a:defRPr sz="4800" b="1">
                <a:latin typeface="Arial" panose="020B0604020202020204" pitchFamily="34" charset="0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hr-HR" noProof="0"/>
          </a:p>
        </p:txBody>
      </p:sp>
      <p:sp>
        <p:nvSpPr>
          <p:cNvPr id="6" name="Rezervirano mjesto za sliku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0429" y="2227758"/>
            <a:ext cx="1200374" cy="1201242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hr-HR" noProof="0"/>
          </a:p>
        </p:txBody>
      </p:sp>
      <p:sp>
        <p:nvSpPr>
          <p:cNvPr id="10" name="Rezervirano mjesto za tekst 28">
            <a:extLst>
              <a:ext uri="{FF2B5EF4-FFF2-40B4-BE49-F238E27FC236}">
                <a16:creationId xmlns:a16="http://schemas.microsoft.com/office/drawing/2014/main" id="{CC3A7E03-4F06-4380-90A1-845651EEA3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23351" y="2426400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 rtl="0"/>
            <a:r>
              <a:rPr lang="hr-HR" noProof="0"/>
              <a:t>Naziv</a:t>
            </a:r>
          </a:p>
        </p:txBody>
      </p:sp>
      <p:sp>
        <p:nvSpPr>
          <p:cNvPr id="11" name="Rezervirano mjesto za tekst 28">
            <a:extLst>
              <a:ext uri="{FF2B5EF4-FFF2-40B4-BE49-F238E27FC236}">
                <a16:creationId xmlns:a16="http://schemas.microsoft.com/office/drawing/2014/main" id="{31AF5791-727B-438A-A7EF-5D132167C8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23350" y="2811646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 rtl="0"/>
            <a:r>
              <a:rPr lang="hr-HR" noProof="0"/>
              <a:t>Naslov</a:t>
            </a:r>
          </a:p>
        </p:txBody>
      </p:sp>
      <p:sp>
        <p:nvSpPr>
          <p:cNvPr id="7" name="Rezervirano mjesto za sliku 23">
            <a:extLst>
              <a:ext uri="{FF2B5EF4-FFF2-40B4-BE49-F238E27FC236}">
                <a16:creationId xmlns:a16="http://schemas.microsoft.com/office/drawing/2014/main" id="{9ABA5222-6FD6-405B-8AC8-18022C36590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495813" y="2227758"/>
            <a:ext cx="1200374" cy="1201242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hr-HR" noProof="0"/>
          </a:p>
        </p:txBody>
      </p:sp>
      <p:sp>
        <p:nvSpPr>
          <p:cNvPr id="12" name="Rezervirano mjesto za tekst 28">
            <a:extLst>
              <a:ext uri="{FF2B5EF4-FFF2-40B4-BE49-F238E27FC236}">
                <a16:creationId xmlns:a16="http://schemas.microsoft.com/office/drawing/2014/main" id="{A1A33FCF-D2EB-478E-8679-428657895F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70817" y="242256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 rtl="0"/>
            <a:r>
              <a:rPr lang="hr-HR" noProof="0"/>
              <a:t>Naziv</a:t>
            </a:r>
          </a:p>
        </p:txBody>
      </p:sp>
      <p:sp>
        <p:nvSpPr>
          <p:cNvPr id="13" name="Rezervirano mjesto za tekst 28">
            <a:extLst>
              <a:ext uri="{FF2B5EF4-FFF2-40B4-BE49-F238E27FC236}">
                <a16:creationId xmlns:a16="http://schemas.microsoft.com/office/drawing/2014/main" id="{55274EF8-F641-41B2-89C1-FD94AFA486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70816" y="280781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 rtl="0"/>
            <a:r>
              <a:rPr lang="hr-HR" noProof="0"/>
              <a:t>Naslov</a:t>
            </a:r>
          </a:p>
        </p:txBody>
      </p:sp>
      <p:sp>
        <p:nvSpPr>
          <p:cNvPr id="8" name="Rezervirano mjesto za sliku 23">
            <a:extLst>
              <a:ext uri="{FF2B5EF4-FFF2-40B4-BE49-F238E27FC236}">
                <a16:creationId xmlns:a16="http://schemas.microsoft.com/office/drawing/2014/main" id="{124DE785-775F-4AE4-94B3-FA728188EB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0429" y="4254273"/>
            <a:ext cx="1200374" cy="1201242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hr-HR" noProof="0"/>
          </a:p>
        </p:txBody>
      </p:sp>
      <p:sp>
        <p:nvSpPr>
          <p:cNvPr id="14" name="Rezervirano mjesto za tekst 28">
            <a:extLst>
              <a:ext uri="{FF2B5EF4-FFF2-40B4-BE49-F238E27FC236}">
                <a16:creationId xmlns:a16="http://schemas.microsoft.com/office/drawing/2014/main" id="{5A429D4E-B795-4E55-852E-9E161F9EBD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23351" y="4498793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 rtl="0"/>
            <a:r>
              <a:rPr lang="hr-HR" noProof="0"/>
              <a:t>Naziv</a:t>
            </a:r>
          </a:p>
        </p:txBody>
      </p:sp>
      <p:sp>
        <p:nvSpPr>
          <p:cNvPr id="15" name="Rezervirano mjesto za tekst 28">
            <a:extLst>
              <a:ext uri="{FF2B5EF4-FFF2-40B4-BE49-F238E27FC236}">
                <a16:creationId xmlns:a16="http://schemas.microsoft.com/office/drawing/2014/main" id="{41D297CB-52EE-4DE4-AEAC-CD4AAF2BF1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123350" y="4884039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 rtl="0"/>
            <a:r>
              <a:rPr lang="hr-HR" noProof="0"/>
              <a:t>Naslov</a:t>
            </a:r>
          </a:p>
        </p:txBody>
      </p:sp>
      <p:sp>
        <p:nvSpPr>
          <p:cNvPr id="9" name="Rezervirano mjesto za sliku 23">
            <a:extLst>
              <a:ext uri="{FF2B5EF4-FFF2-40B4-BE49-F238E27FC236}">
                <a16:creationId xmlns:a16="http://schemas.microsoft.com/office/drawing/2014/main" id="{F5694B35-7776-4DB9-9EB7-3AF076EC35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495813" y="4254273"/>
            <a:ext cx="1200374" cy="1201242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hr-HR" noProof="0"/>
          </a:p>
        </p:txBody>
      </p:sp>
      <p:sp>
        <p:nvSpPr>
          <p:cNvPr id="16" name="Rezervirano mjesto za tekst 28">
            <a:extLst>
              <a:ext uri="{FF2B5EF4-FFF2-40B4-BE49-F238E27FC236}">
                <a16:creationId xmlns:a16="http://schemas.microsoft.com/office/drawing/2014/main" id="{AD7B736B-3A10-499F-8F23-4437982C823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70817" y="4498793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 rtl="0"/>
            <a:r>
              <a:rPr lang="hr-HR" noProof="0"/>
              <a:t>Naziv</a:t>
            </a:r>
          </a:p>
        </p:txBody>
      </p:sp>
      <p:sp>
        <p:nvSpPr>
          <p:cNvPr id="17" name="Rezervirano mjesto za tekst 28">
            <a:extLst>
              <a:ext uri="{FF2B5EF4-FFF2-40B4-BE49-F238E27FC236}">
                <a16:creationId xmlns:a16="http://schemas.microsoft.com/office/drawing/2014/main" id="{07165540-290D-4A38-87DE-F52B05BD6A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70816" y="4884039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 rtl="0"/>
            <a:r>
              <a:rPr lang="hr-HR" noProof="0"/>
              <a:t>Naslov</a:t>
            </a:r>
          </a:p>
        </p:txBody>
      </p:sp>
      <p:sp>
        <p:nvSpPr>
          <p:cNvPr id="3" name="Rezervirano mjesto za datum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1000" y="6356350"/>
            <a:ext cx="1569803" cy="365125"/>
          </a:xfrm>
        </p:spPr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Arial" panose="020B0604020202020204" pitchFamily="34" charset="0"/>
              </a:defRPr>
            </a:lvl1pPr>
          </a:lstStyle>
          <a:p>
            <a:fld id="{901D8E47-0546-44C6-B15A-1E9A9C6164A3}" type="datetime1">
              <a:rPr lang="hr-HR" noProof="0" smtClean="0"/>
              <a:t>13.1.2026.</a:t>
            </a:fld>
            <a:endParaRPr lang="hr-HR" noProof="0"/>
          </a:p>
        </p:txBody>
      </p:sp>
      <p:sp>
        <p:nvSpPr>
          <p:cNvPr id="4" name="Rezervirano mjesto za podnožje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71106" y="6356350"/>
            <a:ext cx="4114800" cy="365125"/>
          </a:xfrm>
        </p:spPr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Arial" panose="020B0604020202020204" pitchFamily="34" charset="0"/>
              </a:defRPr>
            </a:lvl1pPr>
          </a:lstStyle>
          <a:p>
            <a:r>
              <a:rPr lang="hr-HR" noProof="0"/>
              <a:t>NASLOV PREZENTACIJE</a:t>
            </a:r>
          </a:p>
        </p:txBody>
      </p:sp>
      <p:sp>
        <p:nvSpPr>
          <p:cNvPr id="5" name="Rezervirano mjesto za broj slajda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32334" y="6356350"/>
            <a:ext cx="1167495" cy="365125"/>
          </a:xfrm>
        </p:spPr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Arial" panose="020B0604020202020204" pitchFamily="34" charset="0"/>
              </a:defRPr>
            </a:lvl1pPr>
          </a:lstStyle>
          <a:p>
            <a:fld id="{294A09A9-5501-47C1-A89A-A340965A2BE2}" type="slidenum">
              <a:rPr lang="hr-HR" noProof="0" smtClean="0"/>
              <a:pPr/>
              <a:t>‹#›</a:t>
            </a:fld>
            <a:endParaRPr lang="hr-HR" noProof="0"/>
          </a:p>
        </p:txBody>
      </p:sp>
      <p:sp>
        <p:nvSpPr>
          <p:cNvPr id="19" name="Prostoručni oblik 18">
            <a:extLst>
              <a:ext uri="{FF2B5EF4-FFF2-40B4-BE49-F238E27FC236}">
                <a16:creationId xmlns:a16="http://schemas.microsoft.com/office/drawing/2014/main" id="{AAB3BC7E-B34F-EF47-B125-1574C5484E22}"/>
              </a:ext>
            </a:extLst>
          </p:cNvPr>
          <p:cNvSpPr/>
          <p:nvPr userDrawn="1"/>
        </p:nvSpPr>
        <p:spPr>
          <a:xfrm rot="16200000" flipV="1">
            <a:off x="9499940" y="355410"/>
            <a:ext cx="1881641" cy="1167493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hr-HR" noProof="0">
              <a:latin typeface="Arial" panose="020B0604020202020204" pitchFamily="34" charset="0"/>
            </a:endParaRPr>
          </a:p>
        </p:txBody>
      </p:sp>
      <p:sp>
        <p:nvSpPr>
          <p:cNvPr id="21" name="Prostoručni oblik 20">
            <a:extLst>
              <a:ext uri="{FF2B5EF4-FFF2-40B4-BE49-F238E27FC236}">
                <a16:creationId xmlns:a16="http://schemas.microsoft.com/office/drawing/2014/main" id="{7CBC82D0-4F72-C649-8B7F-D4B087957B6C}"/>
              </a:ext>
            </a:extLst>
          </p:cNvPr>
          <p:cNvSpPr/>
          <p:nvPr userDrawn="1"/>
        </p:nvSpPr>
        <p:spPr>
          <a:xfrm flipH="1">
            <a:off x="10866436" y="1879977"/>
            <a:ext cx="1325563" cy="1325563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hr-HR" noProof="0">
              <a:latin typeface="Arial" panose="020B0604020202020204" pitchFamily="34" charset="0"/>
            </a:endParaRPr>
          </a:p>
        </p:txBody>
      </p:sp>
      <p:sp>
        <p:nvSpPr>
          <p:cNvPr id="25" name="Prostoručni oblik 24">
            <a:extLst>
              <a:ext uri="{FF2B5EF4-FFF2-40B4-BE49-F238E27FC236}">
                <a16:creationId xmlns:a16="http://schemas.microsoft.com/office/drawing/2014/main" id="{9383F23A-D872-2A4C-B386-A9D269BE694D}"/>
              </a:ext>
            </a:extLst>
          </p:cNvPr>
          <p:cNvSpPr/>
          <p:nvPr userDrawn="1"/>
        </p:nvSpPr>
        <p:spPr>
          <a:xfrm>
            <a:off x="11024507" y="-1664"/>
            <a:ext cx="1167494" cy="1881641"/>
          </a:xfrm>
          <a:custGeom>
            <a:avLst/>
            <a:gdLst>
              <a:gd name="connsiteX0" fmla="*/ 1167473 w 1167494"/>
              <a:gd name="connsiteY0" fmla="*/ 0 h 1881641"/>
              <a:gd name="connsiteX1" fmla="*/ 1167493 w 1167494"/>
              <a:gd name="connsiteY1" fmla="*/ 0 h 1881641"/>
              <a:gd name="connsiteX2" fmla="*/ 1167493 w 1167494"/>
              <a:gd name="connsiteY2" fmla="*/ 714148 h 1881641"/>
              <a:gd name="connsiteX3" fmla="*/ 1166666 w 1167494"/>
              <a:gd name="connsiteY3" fmla="*/ 730534 h 1881641"/>
              <a:gd name="connsiteX4" fmla="*/ 1167494 w 1167494"/>
              <a:gd name="connsiteY4" fmla="*/ 730534 h 1881641"/>
              <a:gd name="connsiteX5" fmla="*/ 1167494 w 1167494"/>
              <a:gd name="connsiteY5" fmla="*/ 1378059 h 1881641"/>
              <a:gd name="connsiteX6" fmla="*/ 1167493 w 1167494"/>
              <a:gd name="connsiteY6" fmla="*/ 1378059 h 1881641"/>
              <a:gd name="connsiteX7" fmla="*/ 1167493 w 1167494"/>
              <a:gd name="connsiteY7" fmla="*/ 1881641 h 1881641"/>
              <a:gd name="connsiteX8" fmla="*/ 0 w 1167494"/>
              <a:gd name="connsiteY8" fmla="*/ 1881641 h 1881641"/>
              <a:gd name="connsiteX9" fmla="*/ 0 w 1167494"/>
              <a:gd name="connsiteY9" fmla="*/ 1234116 h 1881641"/>
              <a:gd name="connsiteX10" fmla="*/ 0 w 1167494"/>
              <a:gd name="connsiteY10" fmla="*/ 1167492 h 1881641"/>
              <a:gd name="connsiteX11" fmla="*/ 1048124 w 1167494"/>
              <a:gd name="connsiteY11" fmla="*/ 6027 h 188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67494" h="1881641">
                <a:moveTo>
                  <a:pt x="1167473" y="0"/>
                </a:moveTo>
                <a:lnTo>
                  <a:pt x="1167493" y="0"/>
                </a:lnTo>
                <a:lnTo>
                  <a:pt x="1167493" y="714148"/>
                </a:lnTo>
                <a:lnTo>
                  <a:pt x="1166666" y="730534"/>
                </a:lnTo>
                <a:lnTo>
                  <a:pt x="1167494" y="730534"/>
                </a:lnTo>
                <a:lnTo>
                  <a:pt x="1167494" y="1378059"/>
                </a:lnTo>
                <a:lnTo>
                  <a:pt x="1167493" y="1378059"/>
                </a:lnTo>
                <a:lnTo>
                  <a:pt x="1167493" y="1881641"/>
                </a:lnTo>
                <a:lnTo>
                  <a:pt x="0" y="1881641"/>
                </a:lnTo>
                <a:lnTo>
                  <a:pt x="0" y="1234116"/>
                </a:lnTo>
                <a:lnTo>
                  <a:pt x="0" y="1167492"/>
                </a:lnTo>
                <a:cubicBezTo>
                  <a:pt x="0" y="563002"/>
                  <a:pt x="459408" y="65814"/>
                  <a:pt x="1048124" y="602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hr-HR" noProof="0">
              <a:latin typeface="Arial" panose="020B0604020202020204" pitchFamily="34" charset="0"/>
            </a:endParaRPr>
          </a:p>
        </p:txBody>
      </p:sp>
      <p:sp>
        <p:nvSpPr>
          <p:cNvPr id="26" name="Elipsa 25">
            <a:extLst>
              <a:ext uri="{FF2B5EF4-FFF2-40B4-BE49-F238E27FC236}">
                <a16:creationId xmlns:a16="http://schemas.microsoft.com/office/drawing/2014/main" id="{9221FFDB-AAE2-5943-97A1-82D66AE05DB4}"/>
              </a:ext>
            </a:extLst>
          </p:cNvPr>
          <p:cNvSpPr/>
          <p:nvPr userDrawn="1"/>
        </p:nvSpPr>
        <p:spPr>
          <a:xfrm>
            <a:off x="10334091" y="2737752"/>
            <a:ext cx="1380830" cy="138083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rtl="0"/>
            <a:endParaRPr lang="hr-HR" noProof="0">
              <a:latin typeface="Arial" panose="020B0604020202020204" pitchFamily="34" charset="0"/>
            </a:endParaRPr>
          </a:p>
        </p:txBody>
      </p:sp>
      <p:sp>
        <p:nvSpPr>
          <p:cNvPr id="27" name="Prostoručni oblik 26">
            <a:extLst>
              <a:ext uri="{FF2B5EF4-FFF2-40B4-BE49-F238E27FC236}">
                <a16:creationId xmlns:a16="http://schemas.microsoft.com/office/drawing/2014/main" id="{2E58EEF7-63CA-A845-BAC4-9D3BE05918B5}"/>
              </a:ext>
            </a:extLst>
          </p:cNvPr>
          <p:cNvSpPr/>
          <p:nvPr userDrawn="1"/>
        </p:nvSpPr>
        <p:spPr>
          <a:xfrm rot="16200000" flipH="1">
            <a:off x="10667432" y="5333432"/>
            <a:ext cx="1881641" cy="1167493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hr-HR" noProof="0">
              <a:latin typeface="Arial" panose="020B0604020202020204" pitchFamily="34" charset="0"/>
            </a:endParaRPr>
          </a:p>
        </p:txBody>
      </p:sp>
      <p:sp>
        <p:nvSpPr>
          <p:cNvPr id="28" name="Prostoručni oblik 27">
            <a:extLst>
              <a:ext uri="{FF2B5EF4-FFF2-40B4-BE49-F238E27FC236}">
                <a16:creationId xmlns:a16="http://schemas.microsoft.com/office/drawing/2014/main" id="{757A4624-D8ED-2E4B-AF8C-00DFA6A72D5F}"/>
              </a:ext>
            </a:extLst>
          </p:cNvPr>
          <p:cNvSpPr/>
          <p:nvPr userDrawn="1"/>
        </p:nvSpPr>
        <p:spPr>
          <a:xfrm flipV="1">
            <a:off x="9857012" y="3651505"/>
            <a:ext cx="1325563" cy="1325563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hr-HR" noProof="0">
              <a:latin typeface="Arial" panose="020B0604020202020204" pitchFamily="34" charset="0"/>
            </a:endParaRPr>
          </a:p>
        </p:txBody>
      </p:sp>
      <p:sp>
        <p:nvSpPr>
          <p:cNvPr id="29" name="Prostoručni oblik 28">
            <a:extLst>
              <a:ext uri="{FF2B5EF4-FFF2-40B4-BE49-F238E27FC236}">
                <a16:creationId xmlns:a16="http://schemas.microsoft.com/office/drawing/2014/main" id="{DF312EF8-91BE-5946-BE31-8CFE107A2FEA}"/>
              </a:ext>
            </a:extLst>
          </p:cNvPr>
          <p:cNvSpPr/>
          <p:nvPr userDrawn="1"/>
        </p:nvSpPr>
        <p:spPr>
          <a:xfrm flipH="1" flipV="1">
            <a:off x="9857013" y="4976359"/>
            <a:ext cx="1167494" cy="1881641"/>
          </a:xfrm>
          <a:custGeom>
            <a:avLst/>
            <a:gdLst>
              <a:gd name="connsiteX0" fmla="*/ 1167473 w 1167494"/>
              <a:gd name="connsiteY0" fmla="*/ 0 h 1881641"/>
              <a:gd name="connsiteX1" fmla="*/ 1167493 w 1167494"/>
              <a:gd name="connsiteY1" fmla="*/ 0 h 1881641"/>
              <a:gd name="connsiteX2" fmla="*/ 1167493 w 1167494"/>
              <a:gd name="connsiteY2" fmla="*/ 714148 h 1881641"/>
              <a:gd name="connsiteX3" fmla="*/ 1166666 w 1167494"/>
              <a:gd name="connsiteY3" fmla="*/ 730534 h 1881641"/>
              <a:gd name="connsiteX4" fmla="*/ 1167494 w 1167494"/>
              <a:gd name="connsiteY4" fmla="*/ 730534 h 1881641"/>
              <a:gd name="connsiteX5" fmla="*/ 1167494 w 1167494"/>
              <a:gd name="connsiteY5" fmla="*/ 1378059 h 1881641"/>
              <a:gd name="connsiteX6" fmla="*/ 1167493 w 1167494"/>
              <a:gd name="connsiteY6" fmla="*/ 1378059 h 1881641"/>
              <a:gd name="connsiteX7" fmla="*/ 1167493 w 1167494"/>
              <a:gd name="connsiteY7" fmla="*/ 1881641 h 1881641"/>
              <a:gd name="connsiteX8" fmla="*/ 0 w 1167494"/>
              <a:gd name="connsiteY8" fmla="*/ 1881641 h 1881641"/>
              <a:gd name="connsiteX9" fmla="*/ 0 w 1167494"/>
              <a:gd name="connsiteY9" fmla="*/ 1234116 h 1881641"/>
              <a:gd name="connsiteX10" fmla="*/ 0 w 1167494"/>
              <a:gd name="connsiteY10" fmla="*/ 1167492 h 1881641"/>
              <a:gd name="connsiteX11" fmla="*/ 1048124 w 1167494"/>
              <a:gd name="connsiteY11" fmla="*/ 6027 h 188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67494" h="1881641">
                <a:moveTo>
                  <a:pt x="1167473" y="0"/>
                </a:moveTo>
                <a:lnTo>
                  <a:pt x="1167493" y="0"/>
                </a:lnTo>
                <a:lnTo>
                  <a:pt x="1167493" y="714148"/>
                </a:lnTo>
                <a:lnTo>
                  <a:pt x="1166666" y="730534"/>
                </a:lnTo>
                <a:lnTo>
                  <a:pt x="1167494" y="730534"/>
                </a:lnTo>
                <a:lnTo>
                  <a:pt x="1167494" y="1378059"/>
                </a:lnTo>
                <a:lnTo>
                  <a:pt x="1167493" y="1378059"/>
                </a:lnTo>
                <a:lnTo>
                  <a:pt x="1167493" y="1881641"/>
                </a:lnTo>
                <a:lnTo>
                  <a:pt x="0" y="1881641"/>
                </a:lnTo>
                <a:lnTo>
                  <a:pt x="0" y="1234116"/>
                </a:lnTo>
                <a:lnTo>
                  <a:pt x="0" y="1167492"/>
                </a:lnTo>
                <a:cubicBezTo>
                  <a:pt x="0" y="563002"/>
                  <a:pt x="459408" y="65814"/>
                  <a:pt x="1048124" y="602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hr-HR" noProof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44191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jeli tim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Naslov 1">
            <a:extLst>
              <a:ext uri="{FF2B5EF4-FFF2-40B4-BE49-F238E27FC236}">
                <a16:creationId xmlns:a16="http://schemas.microsoft.com/office/drawing/2014/main" id="{6825B690-1AD7-4243-AC42-D2CF19B7B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430" y="381000"/>
            <a:ext cx="10678142" cy="1325563"/>
          </a:xfrm>
        </p:spPr>
        <p:txBody>
          <a:bodyPr lIns="0" rtlCol="0" anchor="b">
            <a:noAutofit/>
          </a:bodyPr>
          <a:lstStyle>
            <a:lvl1pPr>
              <a:defRPr sz="4800" b="1">
                <a:latin typeface="Arial" panose="020B0604020202020204" pitchFamily="34" charset="0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hr-HR" noProof="0"/>
          </a:p>
        </p:txBody>
      </p:sp>
      <p:sp>
        <p:nvSpPr>
          <p:cNvPr id="6" name="Rezervirano mjesto za sliku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0429" y="2068734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hr-HR" noProof="0"/>
          </a:p>
        </p:txBody>
      </p:sp>
      <p:sp>
        <p:nvSpPr>
          <p:cNvPr id="31" name="Rezervirano mjesto za tekst 28">
            <a:extLst>
              <a:ext uri="{FF2B5EF4-FFF2-40B4-BE49-F238E27FC236}">
                <a16:creationId xmlns:a16="http://schemas.microsoft.com/office/drawing/2014/main" id="{1825005B-0520-EC49-9A5C-554CB700387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0430" y="299454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 rtl="0"/>
            <a:r>
              <a:rPr lang="hr-HR" noProof="0"/>
              <a:t>Naziv</a:t>
            </a:r>
          </a:p>
        </p:txBody>
      </p:sp>
      <p:sp>
        <p:nvSpPr>
          <p:cNvPr id="32" name="Rezervirano mjesto za tekst 28">
            <a:extLst>
              <a:ext uri="{FF2B5EF4-FFF2-40B4-BE49-F238E27FC236}">
                <a16:creationId xmlns:a16="http://schemas.microsoft.com/office/drawing/2014/main" id="{B6697B92-AF89-2C46-BC1E-6CB47E8EA4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0429" y="337979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 rtl="0"/>
            <a:r>
              <a:rPr lang="hr-HR" noProof="0"/>
              <a:t>Naslov</a:t>
            </a:r>
          </a:p>
        </p:txBody>
      </p:sp>
      <p:sp>
        <p:nvSpPr>
          <p:cNvPr id="33" name="Rezervirano mjesto za sliku 23">
            <a:extLst>
              <a:ext uri="{FF2B5EF4-FFF2-40B4-BE49-F238E27FC236}">
                <a16:creationId xmlns:a16="http://schemas.microsoft.com/office/drawing/2014/main" id="{FA9FEBB0-45F1-DF45-89C4-B343F8B20BA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549397" y="2068734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hr-HR" noProof="0"/>
          </a:p>
        </p:txBody>
      </p:sp>
      <p:sp>
        <p:nvSpPr>
          <p:cNvPr id="34" name="Rezervirano mjesto za tekst 28">
            <a:extLst>
              <a:ext uri="{FF2B5EF4-FFF2-40B4-BE49-F238E27FC236}">
                <a16:creationId xmlns:a16="http://schemas.microsoft.com/office/drawing/2014/main" id="{EF331731-A7FC-C245-A9C1-0B1A2E994DB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549398" y="299454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 rtl="0"/>
            <a:r>
              <a:rPr lang="hr-HR" noProof="0"/>
              <a:t>Naziv</a:t>
            </a:r>
          </a:p>
        </p:txBody>
      </p:sp>
      <p:sp>
        <p:nvSpPr>
          <p:cNvPr id="35" name="Rezervirano mjesto za tekst 28">
            <a:extLst>
              <a:ext uri="{FF2B5EF4-FFF2-40B4-BE49-F238E27FC236}">
                <a16:creationId xmlns:a16="http://schemas.microsoft.com/office/drawing/2014/main" id="{313B974E-E762-EE48-B2DF-C8F10DF7344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49397" y="337979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 rtl="0"/>
            <a:r>
              <a:rPr lang="hr-HR" noProof="0"/>
              <a:t>Naslov</a:t>
            </a:r>
          </a:p>
        </p:txBody>
      </p:sp>
      <p:sp>
        <p:nvSpPr>
          <p:cNvPr id="36" name="Rezervirano mjesto za sliku 23">
            <a:extLst>
              <a:ext uri="{FF2B5EF4-FFF2-40B4-BE49-F238E27FC236}">
                <a16:creationId xmlns:a16="http://schemas.microsoft.com/office/drawing/2014/main" id="{8BA62E8C-79E6-D245-B706-FFB1E051B2D6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348367" y="2068734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hr-HR" noProof="0"/>
          </a:p>
        </p:txBody>
      </p:sp>
      <p:sp>
        <p:nvSpPr>
          <p:cNvPr id="37" name="Rezervirano mjesto za tekst 28">
            <a:extLst>
              <a:ext uri="{FF2B5EF4-FFF2-40B4-BE49-F238E27FC236}">
                <a16:creationId xmlns:a16="http://schemas.microsoft.com/office/drawing/2014/main" id="{4199EE50-5386-0446-8ADA-23C1B0D6EA4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48368" y="299454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 rtl="0"/>
            <a:r>
              <a:rPr lang="hr-HR" noProof="0"/>
              <a:t>Naziv</a:t>
            </a:r>
          </a:p>
        </p:txBody>
      </p:sp>
      <p:sp>
        <p:nvSpPr>
          <p:cNvPr id="38" name="Rezervirano mjesto za tekst 28">
            <a:extLst>
              <a:ext uri="{FF2B5EF4-FFF2-40B4-BE49-F238E27FC236}">
                <a16:creationId xmlns:a16="http://schemas.microsoft.com/office/drawing/2014/main" id="{478AB5CA-B5A5-934D-BF51-1485953A703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48367" y="337979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 rtl="0"/>
            <a:r>
              <a:rPr lang="hr-HR" noProof="0"/>
              <a:t>Naslov</a:t>
            </a:r>
          </a:p>
        </p:txBody>
      </p:sp>
      <p:sp>
        <p:nvSpPr>
          <p:cNvPr id="39" name="Rezervirano mjesto za sliku 23">
            <a:extLst>
              <a:ext uri="{FF2B5EF4-FFF2-40B4-BE49-F238E27FC236}">
                <a16:creationId xmlns:a16="http://schemas.microsoft.com/office/drawing/2014/main" id="{3D78BE06-1FC7-3C43-BD15-F4137B564B58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147335" y="2068734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hr-HR" noProof="0"/>
          </a:p>
        </p:txBody>
      </p:sp>
      <p:sp>
        <p:nvSpPr>
          <p:cNvPr id="40" name="Rezervirano mjesto za tekst 28">
            <a:extLst>
              <a:ext uri="{FF2B5EF4-FFF2-40B4-BE49-F238E27FC236}">
                <a16:creationId xmlns:a16="http://schemas.microsoft.com/office/drawing/2014/main" id="{14F01FCC-4797-0343-8739-20331C751C1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47336" y="299454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 rtl="0"/>
            <a:r>
              <a:rPr lang="hr-HR" noProof="0"/>
              <a:t>Naziv</a:t>
            </a:r>
          </a:p>
        </p:txBody>
      </p:sp>
      <p:sp>
        <p:nvSpPr>
          <p:cNvPr id="41" name="Rezervirano mjesto za tekst 28">
            <a:extLst>
              <a:ext uri="{FF2B5EF4-FFF2-40B4-BE49-F238E27FC236}">
                <a16:creationId xmlns:a16="http://schemas.microsoft.com/office/drawing/2014/main" id="{33FBE6CA-EC7A-1A4B-ADA3-6B78F2DE09C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47335" y="337979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 rtl="0"/>
            <a:r>
              <a:rPr lang="hr-HR" noProof="0"/>
              <a:t>Naslov</a:t>
            </a:r>
          </a:p>
        </p:txBody>
      </p:sp>
      <p:sp>
        <p:nvSpPr>
          <p:cNvPr id="42" name="Rezervirano mjesto za sliku 23">
            <a:extLst>
              <a:ext uri="{FF2B5EF4-FFF2-40B4-BE49-F238E27FC236}">
                <a16:creationId xmlns:a16="http://schemas.microsoft.com/office/drawing/2014/main" id="{6DD7CCE4-AD48-B64F-909E-F88961FBDFC5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50429" y="4118551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hr-HR" noProof="0"/>
          </a:p>
        </p:txBody>
      </p:sp>
      <p:sp>
        <p:nvSpPr>
          <p:cNvPr id="43" name="Rezervirano mjesto za tekst 28">
            <a:extLst>
              <a:ext uri="{FF2B5EF4-FFF2-40B4-BE49-F238E27FC236}">
                <a16:creationId xmlns:a16="http://schemas.microsoft.com/office/drawing/2014/main" id="{C076E7E2-3D95-EA47-BF86-444615F1F14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50430" y="5044362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 rtl="0"/>
            <a:r>
              <a:rPr lang="hr-HR" noProof="0"/>
              <a:t>Naziv</a:t>
            </a:r>
          </a:p>
        </p:txBody>
      </p:sp>
      <p:sp>
        <p:nvSpPr>
          <p:cNvPr id="44" name="Rezervirano mjesto za tekst 28">
            <a:extLst>
              <a:ext uri="{FF2B5EF4-FFF2-40B4-BE49-F238E27FC236}">
                <a16:creationId xmlns:a16="http://schemas.microsoft.com/office/drawing/2014/main" id="{612499D2-373C-3940-97A5-FCA8B245BE4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50429" y="5429608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 rtl="0"/>
            <a:r>
              <a:rPr lang="hr-HR" noProof="0"/>
              <a:t>Naslov</a:t>
            </a:r>
          </a:p>
        </p:txBody>
      </p:sp>
      <p:sp>
        <p:nvSpPr>
          <p:cNvPr id="45" name="Rezervirano mjesto za sliku 23">
            <a:extLst>
              <a:ext uri="{FF2B5EF4-FFF2-40B4-BE49-F238E27FC236}">
                <a16:creationId xmlns:a16="http://schemas.microsoft.com/office/drawing/2014/main" id="{24B34D6D-4F7E-3942-B8D7-9970BDE53C1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549397" y="4118551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hr-HR" noProof="0"/>
          </a:p>
        </p:txBody>
      </p:sp>
      <p:sp>
        <p:nvSpPr>
          <p:cNvPr id="46" name="Rezervirano mjesto za tekst 28">
            <a:extLst>
              <a:ext uri="{FF2B5EF4-FFF2-40B4-BE49-F238E27FC236}">
                <a16:creationId xmlns:a16="http://schemas.microsoft.com/office/drawing/2014/main" id="{D34EDB1D-7E85-D242-B6AE-F6D6907D325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549398" y="5044362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 rtl="0"/>
            <a:r>
              <a:rPr lang="hr-HR" noProof="0"/>
              <a:t>Naziv</a:t>
            </a:r>
          </a:p>
        </p:txBody>
      </p:sp>
      <p:sp>
        <p:nvSpPr>
          <p:cNvPr id="47" name="Rezervirano mjesto za tekst 28">
            <a:extLst>
              <a:ext uri="{FF2B5EF4-FFF2-40B4-BE49-F238E27FC236}">
                <a16:creationId xmlns:a16="http://schemas.microsoft.com/office/drawing/2014/main" id="{3E3BFFF0-114B-6D42-B5E0-8020AC2E26B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49397" y="5429608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 rtl="0"/>
            <a:r>
              <a:rPr lang="hr-HR" noProof="0"/>
              <a:t>Naslov</a:t>
            </a:r>
          </a:p>
        </p:txBody>
      </p:sp>
      <p:sp>
        <p:nvSpPr>
          <p:cNvPr id="48" name="Rezervirano mjesto za sliku 23">
            <a:extLst>
              <a:ext uri="{FF2B5EF4-FFF2-40B4-BE49-F238E27FC236}">
                <a16:creationId xmlns:a16="http://schemas.microsoft.com/office/drawing/2014/main" id="{EB4488EE-E854-724E-95AE-B9943EE249EA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6348367" y="4118551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hr-HR" noProof="0"/>
          </a:p>
        </p:txBody>
      </p:sp>
      <p:sp>
        <p:nvSpPr>
          <p:cNvPr id="49" name="Rezervirano mjesto za tekst 28">
            <a:extLst>
              <a:ext uri="{FF2B5EF4-FFF2-40B4-BE49-F238E27FC236}">
                <a16:creationId xmlns:a16="http://schemas.microsoft.com/office/drawing/2014/main" id="{C5551B4D-583E-D644-9069-EC096CE76F5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348368" y="5044362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 rtl="0"/>
            <a:r>
              <a:rPr lang="hr-HR" noProof="0"/>
              <a:t>Naziv</a:t>
            </a:r>
          </a:p>
        </p:txBody>
      </p:sp>
      <p:sp>
        <p:nvSpPr>
          <p:cNvPr id="50" name="Rezervirano mjesto za tekst 28">
            <a:extLst>
              <a:ext uri="{FF2B5EF4-FFF2-40B4-BE49-F238E27FC236}">
                <a16:creationId xmlns:a16="http://schemas.microsoft.com/office/drawing/2014/main" id="{E30C4783-1643-2243-BB4F-E99E04D9216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348367" y="5429608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 rtl="0"/>
            <a:r>
              <a:rPr lang="hr-HR" noProof="0"/>
              <a:t>Naslov</a:t>
            </a:r>
          </a:p>
        </p:txBody>
      </p:sp>
      <p:sp>
        <p:nvSpPr>
          <p:cNvPr id="51" name="Rezervirano mjesto za sliku 23">
            <a:extLst>
              <a:ext uri="{FF2B5EF4-FFF2-40B4-BE49-F238E27FC236}">
                <a16:creationId xmlns:a16="http://schemas.microsoft.com/office/drawing/2014/main" id="{7BBADCE0-02E8-3249-8CBA-17D3783DFE70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9147335" y="4118551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hr-HR" noProof="0"/>
          </a:p>
        </p:txBody>
      </p:sp>
      <p:sp>
        <p:nvSpPr>
          <p:cNvPr id="52" name="Rezervirano mjesto za tekst 28">
            <a:extLst>
              <a:ext uri="{FF2B5EF4-FFF2-40B4-BE49-F238E27FC236}">
                <a16:creationId xmlns:a16="http://schemas.microsoft.com/office/drawing/2014/main" id="{8D294C40-97E4-FF4F-8A02-10FC7D0EE8B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147336" y="5044362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 rtl="0"/>
            <a:r>
              <a:rPr lang="hr-HR" noProof="0"/>
              <a:t>Naziv</a:t>
            </a:r>
          </a:p>
        </p:txBody>
      </p:sp>
      <p:sp>
        <p:nvSpPr>
          <p:cNvPr id="53" name="Rezervirano mjesto za tekst 28">
            <a:extLst>
              <a:ext uri="{FF2B5EF4-FFF2-40B4-BE49-F238E27FC236}">
                <a16:creationId xmlns:a16="http://schemas.microsoft.com/office/drawing/2014/main" id="{8B38241F-01B5-574C-A827-67C6352C463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7335" y="5429608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 rtl="0"/>
            <a:r>
              <a:rPr lang="hr-HR" noProof="0"/>
              <a:t>Naslov</a:t>
            </a:r>
          </a:p>
        </p:txBody>
      </p:sp>
      <p:sp>
        <p:nvSpPr>
          <p:cNvPr id="18" name="Rezervirano mjesto za datum 17">
            <a:extLst>
              <a:ext uri="{FF2B5EF4-FFF2-40B4-BE49-F238E27FC236}">
                <a16:creationId xmlns:a16="http://schemas.microsoft.com/office/drawing/2014/main" id="{30445668-2DC5-E84C-8B16-922BC95F13F2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Arial" panose="020B0604020202020204" pitchFamily="34" charset="0"/>
              </a:defRPr>
            </a:lvl1pPr>
          </a:lstStyle>
          <a:p>
            <a:fld id="{3B818DEE-753B-4D6A-A38F-060FFA08984A}" type="datetime1">
              <a:rPr lang="hr-HR" noProof="0" smtClean="0"/>
              <a:t>13.1.2026.</a:t>
            </a:fld>
            <a:endParaRPr lang="hr-HR" noProof="0"/>
          </a:p>
        </p:txBody>
      </p:sp>
      <p:sp>
        <p:nvSpPr>
          <p:cNvPr id="22" name="Rezervirano mjesto za podnožje 21">
            <a:extLst>
              <a:ext uri="{FF2B5EF4-FFF2-40B4-BE49-F238E27FC236}">
                <a16:creationId xmlns:a16="http://schemas.microsoft.com/office/drawing/2014/main" id="{D9227732-A878-814C-8621-64ED1B2CCF9F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Arial" panose="020B0604020202020204" pitchFamily="34" charset="0"/>
              </a:defRPr>
            </a:lvl1pPr>
          </a:lstStyle>
          <a:p>
            <a:r>
              <a:rPr lang="hr-HR" noProof="0"/>
              <a:t>NASLOV PREZENTACIJE</a:t>
            </a:r>
          </a:p>
        </p:txBody>
      </p:sp>
      <p:sp>
        <p:nvSpPr>
          <p:cNvPr id="23" name="Rezervirano mjesto za broj slajda 22">
            <a:extLst>
              <a:ext uri="{FF2B5EF4-FFF2-40B4-BE49-F238E27FC236}">
                <a16:creationId xmlns:a16="http://schemas.microsoft.com/office/drawing/2014/main" id="{CE9F02AC-6DFB-0C47-BC8E-4B0594007F33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Arial" panose="020B0604020202020204" pitchFamily="34" charset="0"/>
              </a:defRPr>
            </a:lvl1pPr>
          </a:lstStyle>
          <a:p>
            <a:fld id="{294A09A9-5501-47C1-A89A-A340965A2BE2}" type="slidenum">
              <a:rPr lang="hr-HR" noProof="0" smtClean="0"/>
              <a:pPr/>
              <a:t>‹#›</a:t>
            </a:fld>
            <a:endParaRPr lang="hr-HR" noProof="0"/>
          </a:p>
        </p:txBody>
      </p:sp>
    </p:spTree>
    <p:extLst>
      <p:ext uri="{BB962C8B-B14F-4D97-AF65-F5344CB8AC3E}">
        <p14:creationId xmlns:p14="http://schemas.microsoft.com/office/powerpoint/2010/main" val="20057219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Vremenska trak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ostoručni oblik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hr-HR" noProof="0">
              <a:latin typeface="Arial" panose="020B0604020202020204" pitchFamily="34" charset="0"/>
            </a:endParaRPr>
          </a:p>
        </p:txBody>
      </p:sp>
      <p:sp>
        <p:nvSpPr>
          <p:cNvPr id="5" name="Prostoručni oblik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rot="5400000" flipH="1">
            <a:off x="1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hr-HR" noProof="0">
              <a:latin typeface="Arial" panose="020B0604020202020204" pitchFamily="34" charset="0"/>
            </a:endParaRPr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hr-HR" noProof="0"/>
          </a:p>
        </p:txBody>
      </p:sp>
      <p:sp>
        <p:nvSpPr>
          <p:cNvPr id="3" name="Rezervirano mjesto za sadržaj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7561"/>
            <a:ext cx="9779182" cy="3366815"/>
          </a:xfrm>
        </p:spPr>
        <p:txBody>
          <a:bodyPr rtlCol="0"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pPr lvl="0" rtl="0"/>
            <a:r>
              <a:rPr lang="hr-HR" noProof="0"/>
              <a:t>Kliknite da biste uredili stilove teksta matrice</a:t>
            </a:r>
          </a:p>
          <a:p>
            <a:pPr lvl="1" rtl="0"/>
            <a:r>
              <a:rPr lang="hr-HR" noProof="0"/>
              <a:t>Druga razina</a:t>
            </a:r>
          </a:p>
          <a:p>
            <a:pPr lvl="2" rtl="0"/>
            <a:r>
              <a:rPr lang="hr-HR" noProof="0"/>
              <a:t>Treća razina</a:t>
            </a:r>
          </a:p>
          <a:p>
            <a:pPr lvl="3" rtl="0"/>
            <a:r>
              <a:rPr lang="hr-HR" noProof="0"/>
              <a:t>Četvrta razina</a:t>
            </a:r>
          </a:p>
          <a:p>
            <a:pPr lvl="4" rtl="0"/>
            <a:r>
              <a:rPr lang="hr-HR" noProof="0"/>
              <a:t>Peta razina</a:t>
            </a:r>
          </a:p>
        </p:txBody>
      </p:sp>
      <p:sp>
        <p:nvSpPr>
          <p:cNvPr id="10" name="Rezervirano mjesto za datum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Arial" panose="020B0604020202020204" pitchFamily="34" charset="0"/>
              </a:defRPr>
            </a:lvl1pPr>
          </a:lstStyle>
          <a:p>
            <a:fld id="{F6FFA5A4-93A9-4E7C-A819-393F0CB65011}" type="datetime1">
              <a:rPr lang="hr-HR" noProof="0" smtClean="0"/>
              <a:t>13.1.2026.</a:t>
            </a:fld>
            <a:endParaRPr lang="hr-HR" noProof="0"/>
          </a:p>
        </p:txBody>
      </p:sp>
      <p:sp>
        <p:nvSpPr>
          <p:cNvPr id="11" name="Rezervirano mjesto za podnožje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r>
              <a:rPr lang="hr-HR" noProof="0"/>
              <a:t>NASLOV PREZENTACIJE</a:t>
            </a:r>
          </a:p>
        </p:txBody>
      </p:sp>
      <p:sp>
        <p:nvSpPr>
          <p:cNvPr id="12" name="Rezervirano mjesto za broj slajda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fld id="{294A09A9-5501-47C1-A89A-A340965A2BE2}" type="slidenum">
              <a:rPr lang="hr-HR" noProof="0" smtClean="0"/>
              <a:pPr/>
              <a:t>‹#›</a:t>
            </a:fld>
            <a:endParaRPr lang="hr-HR" noProof="0"/>
          </a:p>
        </p:txBody>
      </p:sp>
    </p:spTree>
    <p:extLst>
      <p:ext uri="{BB962C8B-B14F-4D97-AF65-F5344CB8AC3E}">
        <p14:creationId xmlns:p14="http://schemas.microsoft.com/office/powerpoint/2010/main" val="5692755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 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Arial" panose="020B0604020202020204" pitchFamily="34" charset="0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hr-HR" noProof="0"/>
          </a:p>
        </p:txBody>
      </p:sp>
      <p:sp>
        <p:nvSpPr>
          <p:cNvPr id="3" name="Rezervirano mjesto za sadržaj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528203"/>
            <a:ext cx="4663440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Arial" panose="020B0604020202020204" pitchFamily="34" charset="0"/>
              </a:defRPr>
            </a:lvl1pPr>
            <a:lvl2pPr marL="457200" indent="0">
              <a:buNone/>
              <a:defRPr sz="1800">
                <a:latin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None/>
              <a:defRPr sz="1400">
                <a:latin typeface="Arial" panose="020B0604020202020204" pitchFamily="34" charset="0"/>
              </a:defRPr>
            </a:lvl4pPr>
            <a:lvl5pPr marL="1828800" indent="0">
              <a:buNone/>
              <a:defRPr sz="1400">
                <a:latin typeface="Arial" panose="020B0604020202020204" pitchFamily="34" charset="0"/>
              </a:defRPr>
            </a:lvl5pPr>
          </a:lstStyle>
          <a:p>
            <a:pPr lvl="0" rtl="0"/>
            <a:r>
              <a:rPr lang="hr-HR" noProof="0"/>
              <a:t>Kliknite da biste uredili stilove teksta matrice</a:t>
            </a:r>
          </a:p>
          <a:p>
            <a:pPr lvl="1" rtl="0"/>
            <a:r>
              <a:rPr lang="hr-HR" noProof="0"/>
              <a:t>Druga razina</a:t>
            </a:r>
          </a:p>
          <a:p>
            <a:pPr lvl="2" rtl="0"/>
            <a:r>
              <a:rPr lang="hr-HR" noProof="0"/>
              <a:t>Treća razina</a:t>
            </a:r>
          </a:p>
          <a:p>
            <a:pPr lvl="3" rtl="0"/>
            <a:r>
              <a:rPr lang="hr-HR" noProof="0"/>
              <a:t>Četvrta razina</a:t>
            </a:r>
          </a:p>
          <a:p>
            <a:pPr lvl="4" rtl="0"/>
            <a:r>
              <a:rPr lang="hr-HR" noProof="0"/>
              <a:t>Peta razina</a:t>
            </a:r>
          </a:p>
        </p:txBody>
      </p:sp>
      <p:sp>
        <p:nvSpPr>
          <p:cNvPr id="4" name="Prostoručni oblik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hr-HR" noProof="0">
              <a:latin typeface="Arial" panose="020B0604020202020204" pitchFamily="34" charset="0"/>
            </a:endParaRPr>
          </a:p>
        </p:txBody>
      </p:sp>
      <p:sp>
        <p:nvSpPr>
          <p:cNvPr id="5" name="Prostoručni oblik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hr-HR" noProof="0">
              <a:latin typeface="Arial" panose="020B0604020202020204" pitchFamily="34" charset="0"/>
            </a:endParaRPr>
          </a:p>
        </p:txBody>
      </p:sp>
      <p:sp>
        <p:nvSpPr>
          <p:cNvPr id="6" name="Prostoručni oblik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hr-HR" noProof="0">
              <a:latin typeface="Arial" panose="020B0604020202020204" pitchFamily="34" charset="0"/>
            </a:endParaRPr>
          </a:p>
        </p:txBody>
      </p:sp>
      <p:grpSp>
        <p:nvGrpSpPr>
          <p:cNvPr id="9" name="Grupa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8082092" y="5590903"/>
            <a:ext cx="1572380" cy="1267097"/>
            <a:chOff x="7413403" y="4976359"/>
            <a:chExt cx="2334986" cy="1881641"/>
          </a:xfrm>
        </p:grpSpPr>
        <p:sp>
          <p:nvSpPr>
            <p:cNvPr id="7" name="Prostoručni oblik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hr-HR" noProof="0">
                <a:latin typeface="Arial" panose="020B0604020202020204" pitchFamily="34" charset="0"/>
              </a:endParaRPr>
            </a:p>
          </p:txBody>
        </p:sp>
        <p:sp>
          <p:nvSpPr>
            <p:cNvPr id="8" name="Prostoručni oblik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hr-HR" noProof="0">
                <a:latin typeface="Arial" panose="020B0604020202020204" pitchFamily="34" charset="0"/>
              </a:endParaRPr>
            </a:p>
          </p:txBody>
        </p:sp>
      </p:grpSp>
      <p:sp>
        <p:nvSpPr>
          <p:cNvPr id="10" name="Rezervirano mjesto za datum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Arial" panose="020B0604020202020204" pitchFamily="34" charset="0"/>
              </a:defRPr>
            </a:lvl1pPr>
          </a:lstStyle>
          <a:p>
            <a:fld id="{EE1D2585-99A0-41BB-A584-C6DC7911C5E0}" type="datetime1">
              <a:rPr lang="hr-HR" noProof="0" smtClean="0"/>
              <a:t>13.1.2026.</a:t>
            </a:fld>
            <a:endParaRPr lang="hr-HR" noProof="0"/>
          </a:p>
        </p:txBody>
      </p:sp>
      <p:sp>
        <p:nvSpPr>
          <p:cNvPr id="11" name="Rezervirano mjesto za podnožje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Arial" panose="020B0604020202020204" pitchFamily="34" charset="0"/>
              </a:defRPr>
            </a:lvl1pPr>
          </a:lstStyle>
          <a:p>
            <a:r>
              <a:rPr lang="hr-HR" noProof="0"/>
              <a:t>NASLOV PREZENTACIJE</a:t>
            </a:r>
          </a:p>
        </p:txBody>
      </p:sp>
      <p:sp>
        <p:nvSpPr>
          <p:cNvPr id="12" name="Rezervirano mjesto za broj slajda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fld id="{294A09A9-5501-47C1-A89A-A340965A2BE2}" type="slidenum">
              <a:rPr lang="hr-HR" noProof="0" smtClean="0"/>
              <a:pPr/>
              <a:t>‹#›</a:t>
            </a:fld>
            <a:endParaRPr lang="hr-HR" noProof="0"/>
          </a:p>
        </p:txBody>
      </p:sp>
      <p:sp>
        <p:nvSpPr>
          <p:cNvPr id="13" name="Rezervirano mjesto za sadržaj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528203"/>
            <a:ext cx="4663440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Arial" panose="020B0604020202020204" pitchFamily="34" charset="0"/>
              </a:defRPr>
            </a:lvl1pPr>
            <a:lvl2pPr marL="457200" indent="0">
              <a:buNone/>
              <a:defRPr sz="1800">
                <a:latin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None/>
              <a:defRPr sz="1400">
                <a:latin typeface="Arial" panose="020B0604020202020204" pitchFamily="34" charset="0"/>
              </a:defRPr>
            </a:lvl4pPr>
            <a:lvl5pPr marL="1828800" indent="0">
              <a:buNone/>
              <a:defRPr sz="1400">
                <a:latin typeface="Arial" panose="020B0604020202020204" pitchFamily="34" charset="0"/>
              </a:defRPr>
            </a:lvl5pPr>
          </a:lstStyle>
          <a:p>
            <a:pPr lvl="0" rtl="0"/>
            <a:r>
              <a:rPr lang="hr-HR" noProof="0"/>
              <a:t>Kliknite da biste uredili stilove teksta matrice</a:t>
            </a:r>
          </a:p>
          <a:p>
            <a:pPr lvl="1" rtl="0"/>
            <a:r>
              <a:rPr lang="hr-HR" noProof="0"/>
              <a:t>Druga razina</a:t>
            </a:r>
          </a:p>
          <a:p>
            <a:pPr lvl="2" rtl="0"/>
            <a:r>
              <a:rPr lang="hr-HR" noProof="0"/>
              <a:t>Treća razina</a:t>
            </a:r>
          </a:p>
          <a:p>
            <a:pPr lvl="3" rtl="0"/>
            <a:r>
              <a:rPr lang="hr-HR" noProof="0"/>
              <a:t>Četvrta razina</a:t>
            </a:r>
          </a:p>
          <a:p>
            <a:pPr lvl="4" rtl="0"/>
            <a:r>
              <a:rPr lang="hr-HR" noProof="0"/>
              <a:t>Peta razina</a:t>
            </a:r>
          </a:p>
        </p:txBody>
      </p:sp>
      <p:sp>
        <p:nvSpPr>
          <p:cNvPr id="14" name="Rezervirano mjesto za sadržaj 2">
            <a:extLst>
              <a:ext uri="{FF2B5EF4-FFF2-40B4-BE49-F238E27FC236}">
                <a16:creationId xmlns:a16="http://schemas.microsoft.com/office/drawing/2014/main" id="{0B33DABA-7BF5-1147-BA5E-63B92F220E51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167493" y="2005689"/>
            <a:ext cx="4663440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Arial" panose="020B0604020202020204" pitchFamily="34" charset="0"/>
              </a:defRPr>
            </a:lvl2pPr>
            <a:lvl3pPr marL="914400" indent="0">
              <a:buNone/>
              <a:defRPr sz="1800" b="1">
                <a:latin typeface="Arial" panose="020B0604020202020204" pitchFamily="34" charset="0"/>
              </a:defRPr>
            </a:lvl3pPr>
            <a:lvl4pPr marL="1371600" indent="0">
              <a:buNone/>
              <a:defRPr sz="1600" b="1">
                <a:latin typeface="Arial" panose="020B0604020202020204" pitchFamily="34" charset="0"/>
              </a:defRPr>
            </a:lvl4pPr>
            <a:lvl5pPr marL="1828800" indent="0">
              <a:buNone/>
              <a:defRPr sz="1600" b="1">
                <a:latin typeface="Arial" panose="020B0604020202020204" pitchFamily="34" charset="0"/>
              </a:defRPr>
            </a:lvl5pPr>
          </a:lstStyle>
          <a:p>
            <a:pPr lvl="0" rtl="0"/>
            <a:r>
              <a:rPr lang="hr-HR" noProof="0"/>
              <a:t>Kliknite da biste uredili stilove teksta matrice</a:t>
            </a:r>
          </a:p>
          <a:p>
            <a:pPr lvl="1" rtl="0"/>
            <a:r>
              <a:rPr lang="hr-HR" noProof="0"/>
              <a:t>Druga razina</a:t>
            </a:r>
          </a:p>
          <a:p>
            <a:pPr lvl="2" rtl="0"/>
            <a:r>
              <a:rPr lang="hr-HR" noProof="0"/>
              <a:t>Treća razina</a:t>
            </a:r>
          </a:p>
          <a:p>
            <a:pPr lvl="3" rtl="0"/>
            <a:r>
              <a:rPr lang="hr-HR" noProof="0"/>
              <a:t>Četvrta razina</a:t>
            </a:r>
          </a:p>
          <a:p>
            <a:pPr lvl="4" rtl="0"/>
            <a:r>
              <a:rPr lang="hr-HR" noProof="0"/>
              <a:t>Peta razina</a:t>
            </a:r>
          </a:p>
        </p:txBody>
      </p:sp>
      <p:sp>
        <p:nvSpPr>
          <p:cNvPr id="15" name="Rezervirano mjesto za sadržaj 2">
            <a:extLst>
              <a:ext uri="{FF2B5EF4-FFF2-40B4-BE49-F238E27FC236}">
                <a16:creationId xmlns:a16="http://schemas.microsoft.com/office/drawing/2014/main" id="{1B05BEE9-8BC0-EC44-B913-DB6426DF2EA7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283235" y="2005689"/>
            <a:ext cx="4663440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Arial" panose="020B0604020202020204" pitchFamily="34" charset="0"/>
              </a:defRPr>
            </a:lvl2pPr>
            <a:lvl3pPr marL="914400" indent="0">
              <a:buNone/>
              <a:defRPr sz="1800" b="1">
                <a:latin typeface="Arial" panose="020B0604020202020204" pitchFamily="34" charset="0"/>
              </a:defRPr>
            </a:lvl3pPr>
            <a:lvl4pPr marL="1371600" indent="0">
              <a:buNone/>
              <a:defRPr sz="1600" b="1">
                <a:latin typeface="Arial" panose="020B0604020202020204" pitchFamily="34" charset="0"/>
              </a:defRPr>
            </a:lvl4pPr>
            <a:lvl5pPr marL="1828800" indent="0">
              <a:buNone/>
              <a:defRPr sz="1600" b="1">
                <a:latin typeface="Arial" panose="020B0604020202020204" pitchFamily="34" charset="0"/>
              </a:defRPr>
            </a:lvl5pPr>
          </a:lstStyle>
          <a:p>
            <a:pPr lvl="0" rtl="0"/>
            <a:r>
              <a:rPr lang="hr-HR" noProof="0"/>
              <a:t>Kliknite da biste uredili stilove teksta matrice</a:t>
            </a:r>
          </a:p>
          <a:p>
            <a:pPr lvl="1" rtl="0"/>
            <a:r>
              <a:rPr lang="hr-HR" noProof="0"/>
              <a:t>Druga razina</a:t>
            </a:r>
          </a:p>
          <a:p>
            <a:pPr lvl="2" rtl="0"/>
            <a:r>
              <a:rPr lang="hr-HR" noProof="0"/>
              <a:t>Treća razina</a:t>
            </a:r>
          </a:p>
          <a:p>
            <a:pPr lvl="3" rtl="0"/>
            <a:r>
              <a:rPr lang="hr-HR" noProof="0"/>
              <a:t>Četvrta razina</a:t>
            </a:r>
          </a:p>
          <a:p>
            <a:pPr lvl="4" rtl="0"/>
            <a:r>
              <a:rPr lang="hr-HR" noProof="0"/>
              <a:t>Peta razina</a:t>
            </a:r>
          </a:p>
        </p:txBody>
      </p:sp>
    </p:spTree>
    <p:extLst>
      <p:ext uri="{BB962C8B-B14F-4D97-AF65-F5344CB8AC3E}">
        <p14:creationId xmlns:p14="http://schemas.microsoft.com/office/powerpoint/2010/main" val="21319127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 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Arial" panose="020B0604020202020204" pitchFamily="34" charset="0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hr-HR" noProof="0"/>
          </a:p>
        </p:txBody>
      </p:sp>
      <p:sp>
        <p:nvSpPr>
          <p:cNvPr id="3" name="Rezervirano mjesto za sadržaj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1" y="2526318"/>
            <a:ext cx="3218688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Arial" panose="020B0604020202020204" pitchFamily="34" charset="0"/>
              </a:defRPr>
            </a:lvl1pPr>
            <a:lvl2pPr marL="457200" indent="0">
              <a:buNone/>
              <a:defRPr sz="1800">
                <a:latin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None/>
              <a:defRPr sz="1400">
                <a:latin typeface="Arial" panose="020B0604020202020204" pitchFamily="34" charset="0"/>
              </a:defRPr>
            </a:lvl4pPr>
            <a:lvl5pPr marL="1828800" indent="0">
              <a:buNone/>
              <a:defRPr sz="1400">
                <a:latin typeface="Arial" panose="020B0604020202020204" pitchFamily="34" charset="0"/>
              </a:defRPr>
            </a:lvl5pPr>
          </a:lstStyle>
          <a:p>
            <a:pPr lvl="0" rtl="0"/>
            <a:r>
              <a:rPr lang="hr-HR" noProof="0"/>
              <a:t>Kliknite da biste uredili stilove teksta matrice</a:t>
            </a:r>
          </a:p>
          <a:p>
            <a:pPr lvl="1" rtl="0"/>
            <a:r>
              <a:rPr lang="hr-HR" noProof="0"/>
              <a:t>Druga razina</a:t>
            </a:r>
          </a:p>
          <a:p>
            <a:pPr lvl="2" rtl="0"/>
            <a:r>
              <a:rPr lang="hr-HR" noProof="0"/>
              <a:t>Treća razina</a:t>
            </a:r>
          </a:p>
          <a:p>
            <a:pPr lvl="3" rtl="0"/>
            <a:r>
              <a:rPr lang="hr-HR" noProof="0"/>
              <a:t>Četvrta razina</a:t>
            </a:r>
          </a:p>
          <a:p>
            <a:pPr lvl="4" rtl="0"/>
            <a:r>
              <a:rPr lang="hr-HR" noProof="0"/>
              <a:t>Peta razina</a:t>
            </a:r>
          </a:p>
        </p:txBody>
      </p:sp>
      <p:sp>
        <p:nvSpPr>
          <p:cNvPr id="4" name="Prostoručni oblik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rot="5400000">
            <a:off x="8580896" y="0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hr-HR" noProof="0">
              <a:latin typeface="Arial" panose="020B0604020202020204" pitchFamily="34" charset="0"/>
            </a:endParaRPr>
          </a:p>
        </p:txBody>
      </p:sp>
      <p:sp>
        <p:nvSpPr>
          <p:cNvPr id="5" name="Prostoručni oblik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>
            <a:off x="-2364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hr-HR" noProof="0">
              <a:latin typeface="Arial" panose="020B0604020202020204" pitchFamily="34" charset="0"/>
            </a:endParaRPr>
          </a:p>
        </p:txBody>
      </p:sp>
      <p:sp>
        <p:nvSpPr>
          <p:cNvPr id="6" name="Prostoručni oblik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 rot="5400000" flipH="1">
            <a:off x="11258144" y="5924144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hr-HR" noProof="0">
              <a:latin typeface="Arial" panose="020B0604020202020204" pitchFamily="34" charset="0"/>
            </a:endParaRPr>
          </a:p>
        </p:txBody>
      </p:sp>
      <p:grpSp>
        <p:nvGrpSpPr>
          <p:cNvPr id="9" name="Grupa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2587417" y="5590903"/>
            <a:ext cx="1572380" cy="1267097"/>
            <a:chOff x="7413403" y="4976359"/>
            <a:chExt cx="2334986" cy="1881641"/>
          </a:xfrm>
        </p:grpSpPr>
        <p:sp>
          <p:nvSpPr>
            <p:cNvPr id="7" name="Prostoručni oblik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hr-HR" noProof="0">
                <a:latin typeface="Arial" panose="020B0604020202020204" pitchFamily="34" charset="0"/>
              </a:endParaRPr>
            </a:p>
          </p:txBody>
        </p:sp>
        <p:sp>
          <p:nvSpPr>
            <p:cNvPr id="8" name="Prostoručni oblik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hr-HR" noProof="0">
                <a:latin typeface="Arial" panose="020B0604020202020204" pitchFamily="34" charset="0"/>
              </a:endParaRPr>
            </a:p>
          </p:txBody>
        </p:sp>
      </p:grpSp>
      <p:sp>
        <p:nvSpPr>
          <p:cNvPr id="10" name="Rezervirano mjesto za datum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6711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fld id="{ACBD6B8C-4551-487C-9E20-8342368B7548}" type="datetime1">
              <a:rPr lang="hr-HR" noProof="0" smtClean="0"/>
              <a:t>13.1.2026.</a:t>
            </a:fld>
            <a:endParaRPr lang="hr-HR" noProof="0"/>
          </a:p>
        </p:txBody>
      </p:sp>
      <p:sp>
        <p:nvSpPr>
          <p:cNvPr id="11" name="Rezervirano mjesto za podnožje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Arial" panose="020B0604020202020204" pitchFamily="34" charset="0"/>
              </a:defRPr>
            </a:lvl1pPr>
          </a:lstStyle>
          <a:p>
            <a:r>
              <a:rPr lang="hr-HR" noProof="0"/>
              <a:t>NASLOV PREZENTACIJE</a:t>
            </a:r>
          </a:p>
        </p:txBody>
      </p:sp>
      <p:sp>
        <p:nvSpPr>
          <p:cNvPr id="13" name="Rezervirano mjesto za sadržaj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683787" y="2526318"/>
            <a:ext cx="3173279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Arial" panose="020B0604020202020204" pitchFamily="34" charset="0"/>
              </a:defRPr>
            </a:lvl1pPr>
            <a:lvl2pPr marL="457200" indent="0">
              <a:buNone/>
              <a:defRPr sz="1800">
                <a:latin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None/>
              <a:defRPr sz="1400">
                <a:latin typeface="Arial" panose="020B0604020202020204" pitchFamily="34" charset="0"/>
              </a:defRPr>
            </a:lvl4pPr>
            <a:lvl5pPr marL="1828800" indent="0">
              <a:buNone/>
              <a:defRPr sz="1400">
                <a:latin typeface="Arial" panose="020B0604020202020204" pitchFamily="34" charset="0"/>
              </a:defRPr>
            </a:lvl5pPr>
          </a:lstStyle>
          <a:p>
            <a:pPr lvl="0" rtl="0"/>
            <a:r>
              <a:rPr lang="hr-HR" noProof="0"/>
              <a:t>Kliknite da biste uredili stilove teksta matrice</a:t>
            </a:r>
          </a:p>
          <a:p>
            <a:pPr lvl="1" rtl="0"/>
            <a:r>
              <a:rPr lang="hr-HR" noProof="0"/>
              <a:t>Druga razina</a:t>
            </a:r>
          </a:p>
          <a:p>
            <a:pPr lvl="2" rtl="0"/>
            <a:r>
              <a:rPr lang="hr-HR" noProof="0"/>
              <a:t>Treća razina</a:t>
            </a:r>
          </a:p>
          <a:p>
            <a:pPr lvl="3" rtl="0"/>
            <a:r>
              <a:rPr lang="hr-HR" noProof="0"/>
              <a:t>Četvrta razina</a:t>
            </a:r>
          </a:p>
          <a:p>
            <a:pPr lvl="4" rtl="0"/>
            <a:r>
              <a:rPr lang="hr-HR" noProof="0"/>
              <a:t>Peta razina</a:t>
            </a:r>
          </a:p>
        </p:txBody>
      </p:sp>
      <p:sp>
        <p:nvSpPr>
          <p:cNvPr id="14" name="Rezervirano mjesto za sadržaj 2">
            <a:extLst>
              <a:ext uri="{FF2B5EF4-FFF2-40B4-BE49-F238E27FC236}">
                <a16:creationId xmlns:a16="http://schemas.microsoft.com/office/drawing/2014/main" id="{0B33DABA-7BF5-1147-BA5E-63B92F220E51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167493" y="2003804"/>
            <a:ext cx="3173278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Arial" panose="020B0604020202020204" pitchFamily="34" charset="0"/>
              </a:defRPr>
            </a:lvl2pPr>
            <a:lvl3pPr marL="914400" indent="0">
              <a:buNone/>
              <a:defRPr sz="1800" b="1">
                <a:latin typeface="Arial" panose="020B0604020202020204" pitchFamily="34" charset="0"/>
              </a:defRPr>
            </a:lvl3pPr>
            <a:lvl4pPr marL="1371600" indent="0">
              <a:buNone/>
              <a:defRPr sz="1600" b="1">
                <a:latin typeface="Arial" panose="020B0604020202020204" pitchFamily="34" charset="0"/>
              </a:defRPr>
            </a:lvl4pPr>
            <a:lvl5pPr marL="1828800" indent="0">
              <a:buNone/>
              <a:defRPr sz="1600" b="1">
                <a:latin typeface="Arial" panose="020B0604020202020204" pitchFamily="34" charset="0"/>
              </a:defRPr>
            </a:lvl5pPr>
          </a:lstStyle>
          <a:p>
            <a:pPr lvl="0" rtl="0"/>
            <a:r>
              <a:rPr lang="hr-HR" noProof="0"/>
              <a:t>Kliknite da biste uredili stilove teksta matrice</a:t>
            </a:r>
          </a:p>
          <a:p>
            <a:pPr lvl="1" rtl="0"/>
            <a:r>
              <a:rPr lang="hr-HR" noProof="0"/>
              <a:t>Druga razina</a:t>
            </a:r>
          </a:p>
          <a:p>
            <a:pPr lvl="2" rtl="0"/>
            <a:r>
              <a:rPr lang="hr-HR" noProof="0"/>
              <a:t>Treća razina</a:t>
            </a:r>
          </a:p>
          <a:p>
            <a:pPr lvl="3" rtl="0"/>
            <a:r>
              <a:rPr lang="hr-HR" noProof="0"/>
              <a:t>Četvrta razina</a:t>
            </a:r>
          </a:p>
          <a:p>
            <a:pPr lvl="4" rtl="0"/>
            <a:r>
              <a:rPr lang="hr-HR" noProof="0"/>
              <a:t>Peta razina</a:t>
            </a:r>
          </a:p>
        </p:txBody>
      </p:sp>
      <p:sp>
        <p:nvSpPr>
          <p:cNvPr id="15" name="Rezervirano mjesto za sadržaj 2">
            <a:extLst>
              <a:ext uri="{FF2B5EF4-FFF2-40B4-BE49-F238E27FC236}">
                <a16:creationId xmlns:a16="http://schemas.microsoft.com/office/drawing/2014/main" id="{1B05BEE9-8BC0-EC44-B913-DB6426DF2EA7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683788" y="2003804"/>
            <a:ext cx="3173278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Arial" panose="020B0604020202020204" pitchFamily="34" charset="0"/>
              </a:defRPr>
            </a:lvl2pPr>
            <a:lvl3pPr marL="914400" indent="0">
              <a:buNone/>
              <a:defRPr sz="1800" b="1">
                <a:latin typeface="Arial" panose="020B0604020202020204" pitchFamily="34" charset="0"/>
              </a:defRPr>
            </a:lvl3pPr>
            <a:lvl4pPr marL="1371600" indent="0">
              <a:buNone/>
              <a:defRPr sz="1600" b="1">
                <a:latin typeface="Arial" panose="020B0604020202020204" pitchFamily="34" charset="0"/>
              </a:defRPr>
            </a:lvl4pPr>
            <a:lvl5pPr marL="1828800" indent="0">
              <a:buNone/>
              <a:defRPr sz="1600" b="1">
                <a:latin typeface="Arial" panose="020B0604020202020204" pitchFamily="34" charset="0"/>
              </a:defRPr>
            </a:lvl5pPr>
          </a:lstStyle>
          <a:p>
            <a:pPr lvl="0" rtl="0"/>
            <a:r>
              <a:rPr lang="hr-HR" noProof="0"/>
              <a:t>Kliknite da biste uredili stilove teksta matrice</a:t>
            </a:r>
          </a:p>
          <a:p>
            <a:pPr lvl="1" rtl="0"/>
            <a:r>
              <a:rPr lang="hr-HR" noProof="0"/>
              <a:t>Druga razina</a:t>
            </a:r>
          </a:p>
          <a:p>
            <a:pPr lvl="2" rtl="0"/>
            <a:r>
              <a:rPr lang="hr-HR" noProof="0"/>
              <a:t>Treća razina</a:t>
            </a:r>
          </a:p>
          <a:p>
            <a:pPr lvl="3" rtl="0"/>
            <a:r>
              <a:rPr lang="hr-HR" noProof="0"/>
              <a:t>Četvrta razina</a:t>
            </a:r>
          </a:p>
          <a:p>
            <a:pPr lvl="4" rtl="0"/>
            <a:r>
              <a:rPr lang="hr-HR" noProof="0"/>
              <a:t>Peta razina</a:t>
            </a:r>
          </a:p>
        </p:txBody>
      </p:sp>
      <p:sp>
        <p:nvSpPr>
          <p:cNvPr id="16" name="Rezervirano mjesto za sadržaj 2">
            <a:extLst>
              <a:ext uri="{FF2B5EF4-FFF2-40B4-BE49-F238E27FC236}">
                <a16:creationId xmlns:a16="http://schemas.microsoft.com/office/drawing/2014/main" id="{43D62993-A055-DF4F-9286-4FFE3A5C7FD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200082" y="2526318"/>
            <a:ext cx="3173279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Arial" panose="020B0604020202020204" pitchFamily="34" charset="0"/>
              </a:defRPr>
            </a:lvl1pPr>
            <a:lvl2pPr marL="457200" indent="0">
              <a:buNone/>
              <a:defRPr sz="1800">
                <a:latin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None/>
              <a:defRPr sz="1400">
                <a:latin typeface="Arial" panose="020B0604020202020204" pitchFamily="34" charset="0"/>
              </a:defRPr>
            </a:lvl4pPr>
            <a:lvl5pPr marL="1828800" indent="0">
              <a:buNone/>
              <a:defRPr sz="1400">
                <a:latin typeface="Arial" panose="020B0604020202020204" pitchFamily="34" charset="0"/>
              </a:defRPr>
            </a:lvl5pPr>
          </a:lstStyle>
          <a:p>
            <a:pPr lvl="0" rtl="0"/>
            <a:r>
              <a:rPr lang="hr-HR" noProof="0"/>
              <a:t>Kliknite da biste uredili stilove teksta matrice</a:t>
            </a:r>
          </a:p>
          <a:p>
            <a:pPr lvl="1" rtl="0"/>
            <a:r>
              <a:rPr lang="hr-HR" noProof="0"/>
              <a:t>Druga razina</a:t>
            </a:r>
          </a:p>
          <a:p>
            <a:pPr lvl="2" rtl="0"/>
            <a:r>
              <a:rPr lang="hr-HR" noProof="0"/>
              <a:t>Treća razina</a:t>
            </a:r>
          </a:p>
          <a:p>
            <a:pPr lvl="3" rtl="0"/>
            <a:r>
              <a:rPr lang="hr-HR" noProof="0"/>
              <a:t>Četvrta razina</a:t>
            </a:r>
          </a:p>
          <a:p>
            <a:pPr lvl="4" rtl="0"/>
            <a:r>
              <a:rPr lang="hr-HR" noProof="0"/>
              <a:t>Peta razina</a:t>
            </a:r>
          </a:p>
        </p:txBody>
      </p:sp>
      <p:sp>
        <p:nvSpPr>
          <p:cNvPr id="17" name="Rezervirano mjesto za sadržaj 2">
            <a:extLst>
              <a:ext uri="{FF2B5EF4-FFF2-40B4-BE49-F238E27FC236}">
                <a16:creationId xmlns:a16="http://schemas.microsoft.com/office/drawing/2014/main" id="{A896DA2E-4448-254C-86D1-9E16E63CC6A0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200083" y="2003804"/>
            <a:ext cx="3173278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Arial" panose="020B0604020202020204" pitchFamily="34" charset="0"/>
              </a:defRPr>
            </a:lvl2pPr>
            <a:lvl3pPr marL="914400" indent="0">
              <a:buNone/>
              <a:defRPr sz="1800" b="1">
                <a:latin typeface="Arial" panose="020B0604020202020204" pitchFamily="34" charset="0"/>
              </a:defRPr>
            </a:lvl3pPr>
            <a:lvl4pPr marL="1371600" indent="0">
              <a:buNone/>
              <a:defRPr sz="1600" b="1">
                <a:latin typeface="Arial" panose="020B0604020202020204" pitchFamily="34" charset="0"/>
              </a:defRPr>
            </a:lvl4pPr>
            <a:lvl5pPr marL="1828800" indent="0">
              <a:buNone/>
              <a:defRPr sz="1600" b="1">
                <a:latin typeface="Arial" panose="020B0604020202020204" pitchFamily="34" charset="0"/>
              </a:defRPr>
            </a:lvl5pPr>
          </a:lstStyle>
          <a:p>
            <a:pPr lvl="0" rtl="0"/>
            <a:r>
              <a:rPr lang="hr-HR" noProof="0"/>
              <a:t>Kliknite da biste uredili stilove teksta matrice</a:t>
            </a:r>
          </a:p>
          <a:p>
            <a:pPr lvl="1" rtl="0"/>
            <a:r>
              <a:rPr lang="hr-HR" noProof="0"/>
              <a:t>Druga razina</a:t>
            </a:r>
          </a:p>
          <a:p>
            <a:pPr lvl="2" rtl="0"/>
            <a:r>
              <a:rPr lang="hr-HR" noProof="0"/>
              <a:t>Treća razina</a:t>
            </a:r>
          </a:p>
          <a:p>
            <a:pPr lvl="3" rtl="0"/>
            <a:r>
              <a:rPr lang="hr-HR" noProof="0"/>
              <a:t>Četvrta razina</a:t>
            </a:r>
          </a:p>
          <a:p>
            <a:pPr lvl="4" rtl="0"/>
            <a:r>
              <a:rPr lang="hr-HR" noProof="0"/>
              <a:t>Peta razina</a:t>
            </a:r>
          </a:p>
        </p:txBody>
      </p:sp>
      <p:sp>
        <p:nvSpPr>
          <p:cNvPr id="12" name="Rezervirano mjesto za broj slajda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fld id="{294A09A9-5501-47C1-A89A-A340965A2BE2}" type="slidenum">
              <a:rPr lang="hr-HR" noProof="0" smtClean="0"/>
              <a:pPr/>
              <a:t>‹#›</a:t>
            </a:fld>
            <a:endParaRPr lang="hr-HR" noProof="0"/>
          </a:p>
        </p:txBody>
      </p:sp>
    </p:spTree>
    <p:extLst>
      <p:ext uri="{BB962C8B-B14F-4D97-AF65-F5344CB8AC3E}">
        <p14:creationId xmlns:p14="http://schemas.microsoft.com/office/powerpoint/2010/main" val="27569764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Završ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122363"/>
            <a:ext cx="6220278" cy="2387600"/>
          </a:xfrm>
        </p:spPr>
        <p:txBody>
          <a:bodyPr rtlCol="0" anchor="b">
            <a:noAutofit/>
          </a:bodyPr>
          <a:lstStyle>
            <a:lvl1pPr algn="l">
              <a:defRPr sz="6000" b="1">
                <a:latin typeface="Arial" panose="020B0604020202020204" pitchFamily="34" charset="0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hr-HR" noProof="0"/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02038"/>
            <a:ext cx="6220277" cy="2247219"/>
          </a:xfrm>
        </p:spPr>
        <p:txBody>
          <a:bodyPr rtlCol="0">
            <a:noAutofit/>
          </a:bodyPr>
          <a:lstStyle>
            <a:lvl1pPr marL="0" indent="0" algn="l">
              <a:buNone/>
              <a:defRPr sz="2800"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hr-HR" noProof="0"/>
          </a:p>
        </p:txBody>
      </p:sp>
      <p:sp>
        <p:nvSpPr>
          <p:cNvPr id="4" name="Pravokutnik 3">
            <a:extLst>
              <a:ext uri="{FF2B5EF4-FFF2-40B4-BE49-F238E27FC236}">
                <a16:creationId xmlns:a16="http://schemas.microsoft.com/office/drawing/2014/main" id="{9AC79249-FDC0-364D-A734-AE1DE1605D28}"/>
              </a:ext>
            </a:extLst>
          </p:cNvPr>
          <p:cNvSpPr/>
          <p:nvPr userDrawn="1"/>
        </p:nvSpPr>
        <p:spPr>
          <a:xfrm>
            <a:off x="8264426" y="0"/>
            <a:ext cx="392757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r-HR" noProof="0">
              <a:latin typeface="Arial" panose="020B0604020202020204" pitchFamily="34" charset="0"/>
            </a:endParaRPr>
          </a:p>
        </p:txBody>
      </p:sp>
      <p:grpSp>
        <p:nvGrpSpPr>
          <p:cNvPr id="6" name="Grupa 5">
            <a:extLst>
              <a:ext uri="{FF2B5EF4-FFF2-40B4-BE49-F238E27FC236}">
                <a16:creationId xmlns:a16="http://schemas.microsoft.com/office/drawing/2014/main" id="{F15FBB50-09C8-B64E-AE57-67C5E70810CB}"/>
              </a:ext>
            </a:extLst>
          </p:cNvPr>
          <p:cNvGrpSpPr/>
          <p:nvPr userDrawn="1"/>
        </p:nvGrpSpPr>
        <p:grpSpPr>
          <a:xfrm>
            <a:off x="8264427" y="3685939"/>
            <a:ext cx="3927573" cy="3178856"/>
            <a:chOff x="9857014" y="13834"/>
            <a:chExt cx="2334986" cy="1881641"/>
          </a:xfrm>
        </p:grpSpPr>
        <p:sp>
          <p:nvSpPr>
            <p:cNvPr id="15" name="Prostoručni oblik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hr-HR" noProof="0">
                <a:latin typeface="Arial" panose="020B0604020202020204" pitchFamily="34" charset="0"/>
              </a:endParaRPr>
            </a:p>
          </p:txBody>
        </p:sp>
        <p:sp>
          <p:nvSpPr>
            <p:cNvPr id="16" name="Prostoručni oblik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hr-HR" noProof="0">
                <a:latin typeface="Arial" panose="020B0604020202020204" pitchFamily="34" charset="0"/>
              </a:endParaRPr>
            </a:p>
          </p:txBody>
        </p:sp>
      </p:grpSp>
      <p:sp>
        <p:nvSpPr>
          <p:cNvPr id="22" name="Prostoručni oblik 21">
            <a:extLst>
              <a:ext uri="{FF2B5EF4-FFF2-40B4-BE49-F238E27FC236}">
                <a16:creationId xmlns:a16="http://schemas.microsoft.com/office/drawing/2014/main" id="{BC68F289-2744-2F48-893A-3F17911625C8}"/>
              </a:ext>
            </a:extLst>
          </p:cNvPr>
          <p:cNvSpPr/>
          <p:nvPr userDrawn="1"/>
        </p:nvSpPr>
        <p:spPr>
          <a:xfrm>
            <a:off x="0" y="-1"/>
            <a:ext cx="1167493" cy="1167493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hr-HR" noProof="0">
              <a:latin typeface="Arial" panose="020B0604020202020204" pitchFamily="34" charset="0"/>
            </a:endParaRPr>
          </a:p>
        </p:txBody>
      </p:sp>
      <p:sp>
        <p:nvSpPr>
          <p:cNvPr id="17" name="Prostoručni oblik 16">
            <a:extLst>
              <a:ext uri="{FF2B5EF4-FFF2-40B4-BE49-F238E27FC236}">
                <a16:creationId xmlns:a16="http://schemas.microsoft.com/office/drawing/2014/main" id="{39563C76-BC00-DE47-88F5-C24D3CE3325A}"/>
              </a:ext>
            </a:extLst>
          </p:cNvPr>
          <p:cNvSpPr/>
          <p:nvPr userDrawn="1"/>
        </p:nvSpPr>
        <p:spPr>
          <a:xfrm>
            <a:off x="10228214" y="-1"/>
            <a:ext cx="1963787" cy="3178856"/>
          </a:xfrm>
          <a:custGeom>
            <a:avLst/>
            <a:gdLst>
              <a:gd name="connsiteX0" fmla="*/ 0 w 1963787"/>
              <a:gd name="connsiteY0" fmla="*/ 0 h 3178856"/>
              <a:gd name="connsiteX1" fmla="*/ 1963787 w 1963787"/>
              <a:gd name="connsiteY1" fmla="*/ 0 h 3178856"/>
              <a:gd name="connsiteX2" fmla="*/ 1963787 w 1963787"/>
              <a:gd name="connsiteY2" fmla="*/ 1967129 h 3178856"/>
              <a:gd name="connsiteX3" fmla="*/ 1963787 w 1963787"/>
              <a:gd name="connsiteY3" fmla="*/ 2349671 h 3178856"/>
              <a:gd name="connsiteX4" fmla="*/ 1963787 w 1963787"/>
              <a:gd name="connsiteY4" fmla="*/ 3178856 h 3178856"/>
              <a:gd name="connsiteX5" fmla="*/ 1963753 w 1963787"/>
              <a:gd name="connsiteY5" fmla="*/ 3178856 h 3178856"/>
              <a:gd name="connsiteX6" fmla="*/ 1763002 w 1963787"/>
              <a:gd name="connsiteY6" fmla="*/ 3168629 h 3178856"/>
              <a:gd name="connsiteX7" fmla="*/ 0 w 1963787"/>
              <a:gd name="connsiteY7" fmla="*/ 1197921 h 3178856"/>
              <a:gd name="connsiteX8" fmla="*/ 0 w 1963787"/>
              <a:gd name="connsiteY8" fmla="*/ 1039961 h 3178856"/>
              <a:gd name="connsiteX9" fmla="*/ 0 w 1963787"/>
              <a:gd name="connsiteY9" fmla="*/ 0 h 3178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63787" h="3178856">
                <a:moveTo>
                  <a:pt x="0" y="0"/>
                </a:moveTo>
                <a:lnTo>
                  <a:pt x="1963787" y="0"/>
                </a:lnTo>
                <a:lnTo>
                  <a:pt x="1963787" y="1967129"/>
                </a:lnTo>
                <a:lnTo>
                  <a:pt x="1963787" y="2349671"/>
                </a:lnTo>
                <a:lnTo>
                  <a:pt x="1963787" y="3178856"/>
                </a:lnTo>
                <a:lnTo>
                  <a:pt x="1963753" y="3178856"/>
                </a:lnTo>
                <a:lnTo>
                  <a:pt x="1763002" y="3168629"/>
                </a:lnTo>
                <a:cubicBezTo>
                  <a:pt x="772749" y="3067186"/>
                  <a:pt x="0" y="2223585"/>
                  <a:pt x="0" y="1197921"/>
                </a:cubicBezTo>
                <a:lnTo>
                  <a:pt x="0" y="1039961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hr-HR" noProof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za naslov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rtl="0"/>
            <a:r>
              <a:rPr lang="hr-HR" noProof="0"/>
              <a:t>Kliknite da biste uredili stil naslova matrice</a:t>
            </a:r>
          </a:p>
        </p:txBody>
      </p:sp>
      <p:sp>
        <p:nvSpPr>
          <p:cNvPr id="3" name="Rezervirano mjesto za tekst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 rtl="0"/>
            <a:r>
              <a:rPr lang="hr-HR" noProof="0"/>
              <a:t>Kliknite da biste uredili stilove teksta matrice</a:t>
            </a:r>
          </a:p>
          <a:p>
            <a:pPr lvl="1" rtl="0"/>
            <a:r>
              <a:rPr lang="hr-HR" noProof="0"/>
              <a:t>Druga razina</a:t>
            </a:r>
          </a:p>
          <a:p>
            <a:pPr lvl="2" rtl="0"/>
            <a:r>
              <a:rPr lang="hr-HR" noProof="0"/>
              <a:t>Treća razina</a:t>
            </a:r>
          </a:p>
          <a:p>
            <a:pPr lvl="3" rtl="0"/>
            <a:r>
              <a:rPr lang="hr-HR" noProof="0"/>
              <a:t>Četvrta razina</a:t>
            </a:r>
          </a:p>
          <a:p>
            <a:pPr lvl="4" rtl="0"/>
            <a:r>
              <a:rPr lang="hr-HR" noProof="0"/>
              <a:t>Peta razina</a:t>
            </a:r>
          </a:p>
        </p:txBody>
      </p:sp>
      <p:sp>
        <p:nvSpPr>
          <p:cNvPr id="4" name="Rezervirano mjesto za datum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F3669C5-20E7-480F-B431-1C2122C5E70E}" type="datetime1">
              <a:rPr lang="hr-HR" noProof="0" smtClean="0">
                <a:latin typeface="Arial" panose="020B0604020202020204" pitchFamily="34" charset="0"/>
                <a:cs typeface="Arial" panose="020B0604020202020204" pitchFamily="34" charset="0"/>
              </a:rPr>
              <a:t>13.1.2026.</a:t>
            </a:fld>
            <a:endParaRPr lang="hr-HR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zervirano mjesto za podnožje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r-HR" noProof="0"/>
              <a:t>NASLOV PREZENTACIJE</a:t>
            </a:r>
            <a:endParaRPr lang="hr-HR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zervirano mjesto za broj slajda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94A09A9-5501-47C1-A89A-A340965A2BE2}" type="slidenum">
              <a:rPr lang="hr-HR" noProof="0" smtClean="0"/>
              <a:pPr/>
              <a:t>‹#›</a:t>
            </a:fld>
            <a:endParaRPr lang="hr-HR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9" r:id="rId4"/>
    <p:sldLayoutId id="2147483660" r:id="rId5"/>
    <p:sldLayoutId id="2147483661" r:id="rId6"/>
    <p:sldLayoutId id="2147483654" r:id="rId7"/>
    <p:sldLayoutId id="2147483658" r:id="rId8"/>
    <p:sldLayoutId id="2147483662" r:id="rId9"/>
    <p:sldLayoutId id="2147483663" r:id="rId10"/>
    <p:sldLayoutId id="2147483664" r:id="rId11"/>
    <p:sldLayoutId id="2147483665" r:id="rId12"/>
    <p:sldLayoutId id="2147483666" r:id="rId13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5212" y="1454872"/>
            <a:ext cx="8701981" cy="2387600"/>
          </a:xfrm>
        </p:spPr>
        <p:txBody>
          <a:bodyPr rtlCol="0"/>
          <a:lstStyle/>
          <a:p>
            <a:r>
              <a:rPr lang="hr-HR" dirty="0"/>
              <a:t>Network </a:t>
            </a:r>
            <a:r>
              <a:rPr lang="hr-HR" dirty="0" err="1"/>
              <a:t>segmentation</a:t>
            </a:r>
            <a:endParaRPr lang="hr-HR" dirty="0"/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A068D447-28D3-4F5F-B2DC-FD67E9015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02753" y="4780934"/>
            <a:ext cx="4779885" cy="806675"/>
          </a:xfrm>
        </p:spPr>
        <p:txBody>
          <a:bodyPr rtlCol="0"/>
          <a:lstStyle/>
          <a:p>
            <a:pPr rtl="0"/>
            <a:r>
              <a:rPr lang="hr-HR" sz="2000" dirty="0"/>
              <a:t>Autori: Cesar </a:t>
            </a:r>
            <a:r>
              <a:rPr lang="hr-HR" sz="2000" dirty="0" err="1"/>
              <a:t>Berinić</a:t>
            </a:r>
            <a:r>
              <a:rPr lang="hr-HR" sz="2000" dirty="0"/>
              <a:t> </a:t>
            </a:r>
            <a:r>
              <a:rPr lang="hr-HR" sz="2000" dirty="0" err="1"/>
              <a:t>Antea</a:t>
            </a:r>
            <a:r>
              <a:rPr lang="hr-HR" sz="2000" dirty="0"/>
              <a:t>, </a:t>
            </a:r>
            <a:r>
              <a:rPr lang="hr-HR" sz="2000" dirty="0" err="1"/>
              <a:t>Habijanac</a:t>
            </a:r>
            <a:r>
              <a:rPr lang="hr-HR" sz="2000" dirty="0"/>
              <a:t> Dino, Kelemen Martin, Kuti Korina</a:t>
            </a:r>
          </a:p>
          <a:p>
            <a:pPr rtl="0"/>
            <a:r>
              <a:rPr lang="hr-HR" sz="2000" dirty="0"/>
              <a:t>Mentor: Izv. prof. dr. sc. Igor Tomičić</a:t>
            </a:r>
          </a:p>
          <a:p>
            <a:r>
              <a:rPr lang="hr-HR" sz="2000" dirty="0"/>
              <a:t>Sveučilište u Zagrebu, Fakultet organizacije i informatike Varaždin</a:t>
            </a:r>
          </a:p>
          <a:p>
            <a:pPr rtl="0"/>
            <a:endParaRPr lang="hr-HR" sz="2000" dirty="0"/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8DEB7-7FB7-34AC-0A68-BD6F1867C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b">
            <a:normAutofit/>
          </a:bodyPr>
          <a:lstStyle/>
          <a:p>
            <a:r>
              <a:rPr lang="hr-HR"/>
              <a:t>Sadržaj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5D3C5-6285-E5B3-A5BC-AFF118F24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7563"/>
            <a:ext cx="9779182" cy="3366813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AutoNum type="arabicPeriod"/>
            </a:pPr>
            <a:r>
              <a:rPr lang="hr-HR" sz="2000" dirty="0"/>
              <a:t>Uvod</a:t>
            </a:r>
          </a:p>
          <a:p>
            <a:pPr marL="514350" indent="-514350">
              <a:buAutoNum type="arabicPeriod"/>
            </a:pPr>
            <a:r>
              <a:rPr lang="hr-HR" sz="2000" dirty="0"/>
              <a:t>Prvi dio projekta</a:t>
            </a:r>
          </a:p>
          <a:p>
            <a:pPr marL="514350" indent="-514350">
              <a:buAutoNum type="arabicPeriod"/>
            </a:pPr>
            <a:r>
              <a:rPr lang="hr-HR" sz="2000" dirty="0"/>
              <a:t>Izrada mrežne topologije</a:t>
            </a:r>
          </a:p>
          <a:p>
            <a:pPr marL="514350" indent="-514350">
              <a:buAutoNum type="arabicPeriod"/>
            </a:pPr>
            <a:r>
              <a:rPr lang="nn-NO" sz="2000" dirty="0"/>
              <a:t>Kreiranje i konfiguracija VLAN-ova</a:t>
            </a:r>
            <a:endParaRPr lang="hr-HR" sz="2000" dirty="0"/>
          </a:p>
          <a:p>
            <a:pPr marL="514350" indent="-514350">
              <a:buAutoNum type="arabicPeriod"/>
            </a:pPr>
            <a:r>
              <a:rPr lang="hr-HR" sz="2000" dirty="0" err="1"/>
              <a:t>Trunk</a:t>
            </a:r>
            <a:r>
              <a:rPr lang="hr-HR" sz="2000" dirty="0"/>
              <a:t> veza i </a:t>
            </a:r>
            <a:r>
              <a:rPr lang="hr-HR" sz="2000" dirty="0" err="1"/>
              <a:t>router</a:t>
            </a:r>
            <a:r>
              <a:rPr lang="hr-HR" sz="2000" dirty="0"/>
              <a:t>-on-a-</a:t>
            </a:r>
            <a:r>
              <a:rPr lang="hr-HR" sz="2000" dirty="0" err="1"/>
              <a:t>stick</a:t>
            </a:r>
            <a:r>
              <a:rPr lang="hr-HR" sz="2000" dirty="0"/>
              <a:t> konfiguracija</a:t>
            </a:r>
          </a:p>
          <a:p>
            <a:pPr marL="514350" indent="-514350">
              <a:buAutoNum type="arabicPeriod"/>
            </a:pPr>
            <a:r>
              <a:rPr lang="pl-PL" sz="2000" dirty="0"/>
              <a:t>Konfiguracija IP adresa na krajnim uređajima</a:t>
            </a:r>
          </a:p>
          <a:p>
            <a:pPr marL="514350" indent="-514350">
              <a:buAutoNum type="arabicPeriod"/>
            </a:pPr>
            <a:r>
              <a:rPr lang="hr-HR" sz="2000" dirty="0"/>
              <a:t>Testiranje </a:t>
            </a:r>
            <a:r>
              <a:rPr lang="hr-HR" sz="2000" dirty="0" err="1"/>
              <a:t>povezivosti</a:t>
            </a:r>
            <a:r>
              <a:rPr lang="hr-HR" sz="2000" dirty="0"/>
              <a:t> bez primjene sigurnosnih pravila</a:t>
            </a:r>
            <a:r>
              <a:rPr lang="pl-PL" sz="2000" dirty="0"/>
              <a:t> </a:t>
            </a:r>
          </a:p>
          <a:p>
            <a:pPr marL="514350" indent="-514350">
              <a:buAutoNum type="arabicPeriod"/>
            </a:pPr>
            <a:r>
              <a:rPr lang="hr-HR" sz="2000" dirty="0"/>
              <a:t>Implementacija ACL pravila za kontrolu prometa</a:t>
            </a:r>
          </a:p>
          <a:p>
            <a:pPr marL="514350" indent="-514350">
              <a:buAutoNum type="arabicPeriod"/>
            </a:pPr>
            <a:r>
              <a:rPr lang="hr-HR" sz="2000" dirty="0"/>
              <a:t>Ponovno testiranje i analiza rezultata</a:t>
            </a:r>
          </a:p>
          <a:p>
            <a:pPr marL="514350" indent="-514350">
              <a:buAutoNum type="arabicPeriod"/>
            </a:pPr>
            <a:r>
              <a:rPr lang="hr-HR" sz="2000" dirty="0"/>
              <a:t>Dodatan primjer</a:t>
            </a:r>
          </a:p>
          <a:p>
            <a:pPr marL="514350" indent="-514350">
              <a:buAutoNum type="arabicPeriod"/>
            </a:pPr>
            <a:r>
              <a:rPr lang="hr-HR" sz="2000" dirty="0"/>
              <a:t>Zaključak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40245-558B-3575-FC60-5FC227AF19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655BBE2-32A4-40AF-902A-4065C8A21685}" type="datetime1">
              <a:rPr lang="hr-HR" noProof="0" smtClean="0"/>
              <a:t>13.1.2026.</a:t>
            </a:fld>
            <a:endParaRPr lang="hr-HR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4D86F-2A7F-F617-C4BA-739ECF5BC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hr-HR" noProof="0" smtClean="0"/>
              <a:pPr>
                <a:spcAft>
                  <a:spcPts val="600"/>
                </a:spcAft>
              </a:pPr>
              <a:t>2</a:t>
            </a:fld>
            <a:endParaRPr lang="hr-HR" noProof="0"/>
          </a:p>
        </p:txBody>
      </p:sp>
    </p:spTree>
    <p:extLst>
      <p:ext uri="{BB962C8B-B14F-4D97-AF65-F5344CB8AC3E}">
        <p14:creationId xmlns:p14="http://schemas.microsoft.com/office/powerpoint/2010/main" val="10318019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2E2D3-E1CB-0100-D4EE-7C50E7332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sz="4400" dirty="0"/>
              <a:t>Uvod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C04A5-579D-6FF0-69BF-423C95ACDC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2206" y="2282511"/>
            <a:ext cx="9779182" cy="3366815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hr-HR" sz="2400" dirty="0"/>
              <a:t>Segmentacija - Dijeljenje mreže na manje, </a:t>
            </a:r>
            <a:r>
              <a:rPr lang="hr-HR" sz="2400" b="1" dirty="0"/>
              <a:t>izolirane dijelove </a:t>
            </a:r>
            <a:r>
              <a:rPr lang="hr-HR" sz="2400" dirty="0"/>
              <a:t>radi primjene Zero Trust modela i principa minimalnih privilegija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r-HR" sz="2400" dirty="0"/>
              <a:t>Prednosti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hr-HR" sz="2000" b="1" dirty="0"/>
              <a:t>Sigurnost</a:t>
            </a:r>
            <a:r>
              <a:rPr lang="hr-HR" sz="2000" dirty="0"/>
              <a:t>: Smanjenje površine napada i sprječavanje širenja </a:t>
            </a:r>
            <a:r>
              <a:rPr lang="hr-HR" sz="2000" dirty="0" err="1"/>
              <a:t>ransomwarea</a:t>
            </a:r>
            <a:r>
              <a:rPr lang="hr-HR" sz="2000" dirty="0"/>
              <a:t> (izolacija napadača)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hr-HR" sz="2000" b="1" dirty="0"/>
              <a:t>Preglednost</a:t>
            </a:r>
            <a:r>
              <a:rPr lang="hr-HR" sz="2000" dirty="0"/>
              <a:t>: Bolja kontrola i upravljanje prometom unutar organizacije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r-HR" sz="2400" dirty="0"/>
              <a:t>Metodologija - Korištenje alata </a:t>
            </a:r>
            <a:r>
              <a:rPr lang="hr-HR" sz="2400" b="1" dirty="0"/>
              <a:t>Cisco </a:t>
            </a:r>
            <a:r>
              <a:rPr lang="hr-HR" sz="2400" b="1" dirty="0" err="1"/>
              <a:t>Packet</a:t>
            </a:r>
            <a:r>
              <a:rPr lang="hr-HR" sz="2400" b="1" dirty="0"/>
              <a:t> </a:t>
            </a:r>
            <a:r>
              <a:rPr lang="hr-HR" sz="2400" b="1" dirty="0" err="1"/>
              <a:t>Tracer</a:t>
            </a:r>
            <a:r>
              <a:rPr lang="hr-HR" sz="2400" b="1" dirty="0"/>
              <a:t> </a:t>
            </a:r>
            <a:r>
              <a:rPr lang="hr-HR" sz="2400" dirty="0"/>
              <a:t>za simulaciju stvarne mrežne infrastrukture.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A3752-F979-7214-0065-5E335478A74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FAE7FE7-21F4-4DE2-8692-6D8DDF022AD3}" type="datetime1">
              <a:rPr lang="hr-HR" noProof="0" smtClean="0">
                <a:latin typeface="Arial" panose="020B0604020202020204" pitchFamily="34" charset="0"/>
              </a:rPr>
              <a:t>13.1.2026.</a:t>
            </a:fld>
            <a:endParaRPr lang="hr-HR" noProof="0">
              <a:latin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4F4BD6-510A-6216-32A4-CB7A03E1BD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hr-HR" noProof="0" smtClean="0"/>
              <a:pPr/>
              <a:t>3</a:t>
            </a:fld>
            <a:endParaRPr lang="hr-HR" noProof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37051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ECBC9-58BC-3312-9B2C-C431C7D5A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sz="4400" dirty="0"/>
              <a:t>Prvi dio projekta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90C45-F01A-6FDB-3167-C84B5227E1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180" y="2017467"/>
            <a:ext cx="9779182" cy="3366815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hr-HR" sz="2400" dirty="0"/>
              <a:t>Ciljevi praktičnog dijela: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hr-HR" sz="2000" dirty="0"/>
              <a:t>prikaz osnovnih principa network </a:t>
            </a:r>
            <a:r>
              <a:rPr lang="hr-HR" sz="2000" dirty="0" err="1"/>
              <a:t>segmentation</a:t>
            </a:r>
            <a:r>
              <a:rPr lang="hr-HR" sz="2000" dirty="0"/>
              <a:t>-a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hr-HR" sz="2000" dirty="0"/>
              <a:t>demonstrirati kako ACL pravila ograničavaju promet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hr-HR" sz="2000" dirty="0"/>
              <a:t>pokazati razliku između tradicionalne i </a:t>
            </a:r>
            <a:r>
              <a:rPr lang="hr-HR" sz="2000" dirty="0" err="1"/>
              <a:t>host-level</a:t>
            </a:r>
            <a:r>
              <a:rPr lang="hr-HR" sz="2000" dirty="0"/>
              <a:t> segmentacije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hr-HR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r-HR" sz="2400" dirty="0"/>
              <a:t>Očekivani rezultati: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hr-HR" sz="2000" dirty="0"/>
              <a:t>VLAN-ovi međusobno </a:t>
            </a:r>
            <a:r>
              <a:rPr lang="hr-HR" sz="2000" b="1" dirty="0"/>
              <a:t>odvojeni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hr-HR" sz="2000" dirty="0"/>
              <a:t>Prolazi samo </a:t>
            </a:r>
            <a:r>
              <a:rPr lang="hr-HR" sz="2000" b="1" dirty="0"/>
              <a:t>eksplicitno dozvoljen </a:t>
            </a:r>
            <a:r>
              <a:rPr lang="hr-HR" sz="2000" dirty="0"/>
              <a:t>promet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hr-HR" sz="2000" dirty="0"/>
              <a:t>Management VLAN ima privilegiran pristup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hr-HR" sz="2400" dirty="0"/>
          </a:p>
          <a:p>
            <a:endParaRPr lang="hr-HR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12068C-5053-F5ED-0FBE-2D347D4CDAF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7E77E1E-DB44-4275-BAA6-84EE9D54CF68}" type="datetime1">
              <a:rPr lang="hr-HR" noProof="0" smtClean="0">
                <a:latin typeface="Arial" panose="020B0604020202020204" pitchFamily="34" charset="0"/>
              </a:rPr>
              <a:t>13.1.2026.</a:t>
            </a:fld>
            <a:endParaRPr lang="hr-HR" noProof="0">
              <a:latin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84D409-6DE0-3767-3505-D2584C32CD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hr-HR" noProof="0" smtClean="0"/>
              <a:pPr/>
              <a:t>4</a:t>
            </a:fld>
            <a:endParaRPr lang="hr-HR" noProof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07376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6EBA1-D607-D6B1-0979-A9C283362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ctr">
            <a:normAutofit/>
          </a:bodyPr>
          <a:lstStyle/>
          <a:p>
            <a:r>
              <a:rPr lang="hr-HR" sz="4400" dirty="0"/>
              <a:t>Izrada mrežne topologije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2493F-945C-C7B7-366E-6B11878CE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7561"/>
            <a:ext cx="4794341" cy="3366815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hr-HR" sz="2200" b="1" dirty="0"/>
              <a:t>Korišteni uređaji: </a:t>
            </a:r>
            <a:r>
              <a:rPr lang="hr-HR" sz="2200" dirty="0"/>
              <a:t>Topologija uključuje jedan Cisco 2911 </a:t>
            </a:r>
            <a:r>
              <a:rPr lang="hr-HR" sz="2200" dirty="0" err="1"/>
              <a:t>router</a:t>
            </a:r>
            <a:r>
              <a:rPr lang="hr-HR" sz="2200" dirty="0"/>
              <a:t>, jedan Cisco 2960 </a:t>
            </a:r>
            <a:r>
              <a:rPr lang="hr-HR" sz="2200" dirty="0" err="1"/>
              <a:t>switch</a:t>
            </a:r>
            <a:r>
              <a:rPr lang="hr-HR" sz="2200" dirty="0"/>
              <a:t> i šest PC računala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r-HR" sz="2200" b="1" dirty="0"/>
              <a:t>Fizičko povezivanje: </a:t>
            </a:r>
            <a:r>
              <a:rPr lang="hr-HR" sz="2200" dirty="0" err="1"/>
              <a:t>Router</a:t>
            </a:r>
            <a:r>
              <a:rPr lang="hr-HR" sz="2200" dirty="0"/>
              <a:t> je spojen na </a:t>
            </a:r>
            <a:r>
              <a:rPr lang="hr-HR" sz="2200" dirty="0" err="1"/>
              <a:t>switch</a:t>
            </a:r>
            <a:r>
              <a:rPr lang="hr-HR" sz="2200" dirty="0"/>
              <a:t> preko sučelja GigabitEthernet0/0 na port </a:t>
            </a:r>
            <a:r>
              <a:rPr lang="hr-HR" sz="2200" dirty="0" err="1"/>
              <a:t>FastEthernet</a:t>
            </a:r>
            <a:r>
              <a:rPr lang="hr-HR" sz="2200" dirty="0"/>
              <a:t> 0/1, dok su računala spojena na portove 0/2 do 0/7 </a:t>
            </a:r>
            <a:r>
              <a:rPr lang="hr-HR" sz="2200" dirty="0" err="1"/>
              <a:t>switcha</a:t>
            </a:r>
            <a:r>
              <a:rPr lang="hr-HR" sz="2200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C1CDAF-134A-EEB9-BF08-F7EE12E11E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524FB0E-D53B-4FC1-A63F-601596020897}" type="datetime1">
              <a:rPr lang="hr-HR" noProof="0" smtClean="0"/>
              <a:t>13.1.2026.</a:t>
            </a:fld>
            <a:endParaRPr lang="hr-HR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6B34E1-B7FE-A7A5-89BB-8E98079C49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hr-HR" noProof="0" smtClean="0"/>
              <a:pPr>
                <a:spcAft>
                  <a:spcPts val="600"/>
                </a:spcAft>
              </a:pPr>
              <a:t>5</a:t>
            </a:fld>
            <a:endParaRPr lang="hr-HR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AA5E75-BC07-2D7D-4F4F-36C4C8D453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37"/>
          <a:stretch>
            <a:fillRect/>
          </a:stretch>
        </p:blipFill>
        <p:spPr bwMode="auto">
          <a:xfrm>
            <a:off x="6152334" y="2087561"/>
            <a:ext cx="4794341" cy="336681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7D7BB6C-3257-FDB2-6F79-339CDB9E0DD4}"/>
              </a:ext>
            </a:extLst>
          </p:cNvPr>
          <p:cNvSpPr txBox="1"/>
          <p:nvPr/>
        </p:nvSpPr>
        <p:spPr>
          <a:xfrm>
            <a:off x="5502091" y="5514011"/>
            <a:ext cx="6094826" cy="457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600"/>
              </a:spcAft>
              <a:buNone/>
            </a:pPr>
            <a:r>
              <a:rPr lang="hr-H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Slika 1: Topologija mreže (cijela shema)</a:t>
            </a:r>
            <a:endParaRPr lang="hr-HR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73253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D2441-6D76-B9DF-CACA-9F651344B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n-NO" sz="4400" dirty="0"/>
              <a:t>Kreiranje i konfiguracija VLAN-ova</a:t>
            </a:r>
            <a:endParaRPr lang="hr-HR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4A5A5-5946-9F8F-4874-1400D13F5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2205" y="2392364"/>
            <a:ext cx="4543990" cy="3366815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hr-HR" sz="1800" b="1" dirty="0"/>
              <a:t>Logička podjela: </a:t>
            </a:r>
            <a:r>
              <a:rPr lang="hr-HR" sz="1800" dirty="0"/>
              <a:t>Definirana su tri VLAN-a: USERS (VLAN 10), SERVERS (VLAN 20) i MANAGEMENT (VLAN 30)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hr-HR" sz="1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r-HR" sz="1800" b="1" dirty="0"/>
              <a:t>Dodjela portova: </a:t>
            </a:r>
            <a:r>
              <a:rPr lang="hr-HR" sz="1800" dirty="0"/>
              <a:t>Pristupni portovi </a:t>
            </a:r>
            <a:r>
              <a:rPr lang="hr-HR" sz="1800" dirty="0" err="1"/>
              <a:t>switcha</a:t>
            </a:r>
            <a:r>
              <a:rPr lang="hr-HR" sz="1800" dirty="0"/>
              <a:t> dodijeljeni su odgovarajućim segmentima (npr. F0/2-F0/3 za VLAN 10) kako bi svaki uređaj bio izoliran unutar svog segmenta.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B417A-9161-F294-BAAF-EFCD5D63DF7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762588D-A88B-43C8-8FDE-8D9FEE2CDF84}" type="datetime1">
              <a:rPr lang="hr-HR" noProof="0" smtClean="0">
                <a:latin typeface="Arial" panose="020B0604020202020204" pitchFamily="34" charset="0"/>
              </a:rPr>
              <a:t>13.1.2026.</a:t>
            </a:fld>
            <a:endParaRPr lang="hr-HR" noProof="0">
              <a:latin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6C937A-D508-C840-455B-BBE288B68D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hr-HR" noProof="0" smtClean="0"/>
              <a:pPr/>
              <a:t>6</a:t>
            </a:fld>
            <a:endParaRPr lang="hr-HR" noProof="0">
              <a:latin typeface="Arial" panose="020B0604020202020204" pitchFamily="34" charset="0"/>
            </a:endParaRPr>
          </a:p>
        </p:txBody>
      </p:sp>
      <p:pic>
        <p:nvPicPr>
          <p:cNvPr id="4103" name="Picture 3">
            <a:extLst>
              <a:ext uri="{FF2B5EF4-FFF2-40B4-BE49-F238E27FC236}">
                <a16:creationId xmlns:a16="http://schemas.microsoft.com/office/drawing/2014/main" id="{2659F8FB-7085-FD81-0A52-16CA3D91E4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7983" y="2535498"/>
            <a:ext cx="4627324" cy="860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4">
            <a:extLst>
              <a:ext uri="{FF2B5EF4-FFF2-40B4-BE49-F238E27FC236}">
                <a16:creationId xmlns:a16="http://schemas.microsoft.com/office/drawing/2014/main" id="{0947B79C-A3FB-72AF-10B1-00A853738F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7983" y="3395522"/>
            <a:ext cx="4307365" cy="1343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8">
            <a:extLst>
              <a:ext uri="{FF2B5EF4-FFF2-40B4-BE49-F238E27FC236}">
                <a16:creationId xmlns:a16="http://schemas.microsoft.com/office/drawing/2014/main" id="{16567314-F67E-5A88-B7A5-3B3DFE80AB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hr-HR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5C3EF106-9042-7C07-F17E-799565CE19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0494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053679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8FB78-3297-F730-FE0C-EC54AE16D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sz="4400" dirty="0" err="1"/>
              <a:t>Trunk</a:t>
            </a:r>
            <a:r>
              <a:rPr lang="hr-HR" sz="4400" dirty="0"/>
              <a:t> veza i </a:t>
            </a:r>
            <a:r>
              <a:rPr lang="hr-HR" sz="4400" dirty="0" err="1"/>
              <a:t>router</a:t>
            </a:r>
            <a:r>
              <a:rPr lang="hr-HR" sz="4400" dirty="0"/>
              <a:t>-on-a-</a:t>
            </a:r>
            <a:r>
              <a:rPr lang="hr-HR" sz="4400" dirty="0" err="1"/>
              <a:t>stick</a:t>
            </a:r>
            <a:r>
              <a:rPr lang="hr-HR" sz="4400" dirty="0"/>
              <a:t> konfiguracija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2FAA9-B59E-AC6C-E24F-FD6B406EB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hr-HR" sz="1600" b="1" dirty="0" err="1"/>
              <a:t>Trunk</a:t>
            </a:r>
            <a:r>
              <a:rPr lang="hr-HR" sz="1600" b="1" dirty="0"/>
              <a:t> veza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hr-HR" sz="1200" dirty="0"/>
              <a:t>Konfigurirana na portu F0/1 </a:t>
            </a:r>
            <a:r>
              <a:rPr lang="hr-HR" sz="1200" dirty="0" err="1"/>
              <a:t>switcha</a:t>
            </a:r>
            <a:r>
              <a:rPr lang="hr-HR" sz="1200" dirty="0"/>
              <a:t> kako bi se omogućio prijenos prometa iz više VLAN-ova preko jednog fizičkog sučelja uz 802.1Q </a:t>
            </a:r>
            <a:r>
              <a:rPr lang="hr-HR" sz="1200" dirty="0" err="1"/>
              <a:t>enkapsulaciju</a:t>
            </a:r>
            <a:endParaRPr lang="hr-HR" sz="12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hr-HR" sz="1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hr-HR" sz="1600" dirty="0"/>
          </a:p>
          <a:p>
            <a:endParaRPr lang="hr-HR" sz="16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r-HR" sz="1600" b="1" dirty="0" err="1"/>
              <a:t>Router</a:t>
            </a:r>
            <a:r>
              <a:rPr lang="hr-HR" sz="1600" b="1" dirty="0"/>
              <a:t> </a:t>
            </a:r>
            <a:r>
              <a:rPr lang="hr-HR" sz="1600" b="1" dirty="0" err="1"/>
              <a:t>subinterface</a:t>
            </a:r>
            <a:r>
              <a:rPr lang="hr-HR" sz="1600" b="1" dirty="0"/>
              <a:t>-i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hr-HR" sz="1200" dirty="0"/>
              <a:t>Na fizičkom sučelju </a:t>
            </a:r>
            <a:r>
              <a:rPr lang="hr-HR" sz="1200" dirty="0" err="1"/>
              <a:t>routera</a:t>
            </a:r>
            <a:r>
              <a:rPr lang="hr-HR" sz="1200" dirty="0"/>
              <a:t> kreirana su </a:t>
            </a:r>
            <a:r>
              <a:rPr lang="hr-HR" sz="1200" dirty="0" err="1"/>
              <a:t>podsučelja</a:t>
            </a:r>
            <a:r>
              <a:rPr lang="hr-HR" sz="1200" dirty="0"/>
              <a:t> za svaki VLAN, od kojih svako služi kao </a:t>
            </a:r>
            <a:r>
              <a:rPr lang="hr-HR" sz="1200" dirty="0" err="1"/>
              <a:t>gateway</a:t>
            </a:r>
            <a:r>
              <a:rPr lang="hr-HR" sz="1200" dirty="0"/>
              <a:t> za krajnje uređaje.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FDCA0-138F-85ED-4861-2724E2B5805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96E4FCB-24B5-48F4-A1E6-104087889175}" type="datetime1">
              <a:rPr lang="hr-HR" noProof="0" smtClean="0">
                <a:latin typeface="Arial" panose="020B0604020202020204" pitchFamily="34" charset="0"/>
              </a:rPr>
              <a:t>13.1.2026.</a:t>
            </a:fld>
            <a:endParaRPr lang="hr-HR" noProof="0">
              <a:latin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ADC87-68B3-8A76-B835-A6CFE51F29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hr-HR" noProof="0" smtClean="0"/>
              <a:pPr/>
              <a:t>7</a:t>
            </a:fld>
            <a:endParaRPr lang="hr-HR" noProof="0"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2606C0-D637-CF1E-182B-5F3717530F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834465"/>
            <a:ext cx="5253111" cy="505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DCD7B04-BEF0-59DA-DCA3-F0A1BA7DF3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4440093"/>
            <a:ext cx="4343400" cy="19664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979124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DE42A-3354-90C1-66BE-8CBD67DDE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sz="4000" dirty="0"/>
              <a:t>Konfiguracija IP adresa na </a:t>
            </a:r>
            <a:r>
              <a:rPr lang="hr-HR" sz="4000" dirty="0" err="1"/>
              <a:t>krajnim</a:t>
            </a:r>
            <a:r>
              <a:rPr lang="hr-HR" sz="4000" dirty="0"/>
              <a:t> uređajima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13947-D680-4266-0EFF-A11E7B4807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hr-HR" sz="2000" dirty="0"/>
              <a:t>Svakom PC računalu dodijeljena je IP adresa unutar pripadajućeg mrežnog raspona, s </a:t>
            </a:r>
            <a:r>
              <a:rPr lang="hr-HR" sz="2000" dirty="0" err="1"/>
              <a:t>gateway</a:t>
            </a:r>
            <a:r>
              <a:rPr lang="hr-HR" sz="2000" dirty="0"/>
              <a:t> adresom koja pokazuje na </a:t>
            </a:r>
            <a:r>
              <a:rPr lang="hr-HR" sz="2000" dirty="0" err="1"/>
              <a:t>subinterface</a:t>
            </a:r>
            <a:r>
              <a:rPr lang="hr-HR" sz="2000" dirty="0"/>
              <a:t> </a:t>
            </a:r>
            <a:r>
              <a:rPr lang="hr-HR" sz="2000" dirty="0" err="1"/>
              <a:t>routera</a:t>
            </a:r>
            <a:endParaRPr lang="hr-HR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66C72-CA37-6C78-0AE4-8882E99AC40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7BEE590-318D-41D8-B84B-64499CA6665C}" type="datetime1">
              <a:rPr lang="hr-HR" noProof="0" smtClean="0">
                <a:latin typeface="Arial" panose="020B0604020202020204" pitchFamily="34" charset="0"/>
              </a:rPr>
              <a:t>13.1.2026.</a:t>
            </a:fld>
            <a:endParaRPr lang="hr-HR" noProof="0">
              <a:latin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C4CD80-7F7F-0634-097D-D865E195A5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hr-HR" noProof="0" smtClean="0"/>
              <a:pPr/>
              <a:t>8</a:t>
            </a:fld>
            <a:endParaRPr lang="hr-HR" noProof="0">
              <a:latin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98317EB-5B69-64BC-AD2E-D2A0B55325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2569386"/>
              </p:ext>
            </p:extLst>
          </p:nvPr>
        </p:nvGraphicFramePr>
        <p:xfrm>
          <a:off x="2328203" y="3010486"/>
          <a:ext cx="7315200" cy="255667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28396">
                  <a:extLst>
                    <a:ext uri="{9D8B030D-6E8A-4147-A177-3AD203B41FA5}">
                      <a16:colId xmlns:a16="http://schemas.microsoft.com/office/drawing/2014/main" val="2184033868"/>
                    </a:ext>
                  </a:extLst>
                </a:gridCol>
                <a:gridCol w="1828396">
                  <a:extLst>
                    <a:ext uri="{9D8B030D-6E8A-4147-A177-3AD203B41FA5}">
                      <a16:colId xmlns:a16="http://schemas.microsoft.com/office/drawing/2014/main" val="3257709653"/>
                    </a:ext>
                  </a:extLst>
                </a:gridCol>
                <a:gridCol w="1829204">
                  <a:extLst>
                    <a:ext uri="{9D8B030D-6E8A-4147-A177-3AD203B41FA5}">
                      <a16:colId xmlns:a16="http://schemas.microsoft.com/office/drawing/2014/main" val="1983177377"/>
                    </a:ext>
                  </a:extLst>
                </a:gridCol>
                <a:gridCol w="1829204">
                  <a:extLst>
                    <a:ext uri="{9D8B030D-6E8A-4147-A177-3AD203B41FA5}">
                      <a16:colId xmlns:a16="http://schemas.microsoft.com/office/drawing/2014/main" val="2269150328"/>
                    </a:ext>
                  </a:extLst>
                </a:gridCol>
              </a:tblGrid>
              <a:tr h="36523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1100" dirty="0">
                          <a:effectLst/>
                        </a:rPr>
                        <a:t>Uređaj</a:t>
                      </a:r>
                      <a:endParaRPr lang="hr-HR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1100">
                          <a:effectLst/>
                        </a:rPr>
                        <a:t>IP adresa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1100">
                          <a:effectLst/>
                        </a:rPr>
                        <a:t>Subnet Mask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1100">
                          <a:effectLst/>
                        </a:rPr>
                        <a:t>Gateway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20366497"/>
                  </a:ext>
                </a:extLst>
              </a:tr>
              <a:tr h="36523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1100">
                          <a:effectLst/>
                        </a:rPr>
                        <a:t>PC0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1100">
                          <a:effectLst/>
                        </a:rPr>
                        <a:t>192.168.10.10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1100">
                          <a:effectLst/>
                        </a:rPr>
                        <a:t>255.255.255.0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1100">
                          <a:effectLst/>
                        </a:rPr>
                        <a:t>192.168.10.1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81809728"/>
                  </a:ext>
                </a:extLst>
              </a:tr>
              <a:tr h="36523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1100">
                          <a:effectLst/>
                        </a:rPr>
                        <a:t>PC1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1100">
                          <a:effectLst/>
                        </a:rPr>
                        <a:t>192.168.10.11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1100">
                          <a:effectLst/>
                        </a:rPr>
                        <a:t>255.255.255.0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1100">
                          <a:effectLst/>
                        </a:rPr>
                        <a:t>192.168.10.1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83047101"/>
                  </a:ext>
                </a:extLst>
              </a:tr>
              <a:tr h="36523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1100">
                          <a:effectLst/>
                        </a:rPr>
                        <a:t>PC2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1100">
                          <a:effectLst/>
                        </a:rPr>
                        <a:t>192.168.20.10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1100">
                          <a:effectLst/>
                        </a:rPr>
                        <a:t>255.255.255.0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1100">
                          <a:effectLst/>
                        </a:rPr>
                        <a:t>192.168.20.1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46693645"/>
                  </a:ext>
                </a:extLst>
              </a:tr>
              <a:tr h="36523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1100">
                          <a:effectLst/>
                        </a:rPr>
                        <a:t>PC3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1100">
                          <a:effectLst/>
                        </a:rPr>
                        <a:t>192.168.20.11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1100">
                          <a:effectLst/>
                        </a:rPr>
                        <a:t>255.255.255.0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1100">
                          <a:effectLst/>
                        </a:rPr>
                        <a:t>192.168.20.1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05152119"/>
                  </a:ext>
                </a:extLst>
              </a:tr>
              <a:tr h="36523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1100">
                          <a:effectLst/>
                        </a:rPr>
                        <a:t>PC4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1100">
                          <a:effectLst/>
                        </a:rPr>
                        <a:t>192.168.30.10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1100">
                          <a:effectLst/>
                        </a:rPr>
                        <a:t>255.255.255.0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1100">
                          <a:effectLst/>
                        </a:rPr>
                        <a:t>192.168.30.1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87383462"/>
                  </a:ext>
                </a:extLst>
              </a:tr>
              <a:tr h="36523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1100">
                          <a:effectLst/>
                        </a:rPr>
                        <a:t>PC5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1100">
                          <a:effectLst/>
                        </a:rPr>
                        <a:t>192.168.30.11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1100">
                          <a:effectLst/>
                        </a:rPr>
                        <a:t>255.255.255.0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1100" dirty="0">
                          <a:effectLst/>
                        </a:rPr>
                        <a:t>192.168.30.1</a:t>
                      </a:r>
                      <a:endParaRPr lang="hr-HR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824070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C23BEC0-EC4A-C8BB-6329-C162F10585F9}"/>
              </a:ext>
            </a:extLst>
          </p:cNvPr>
          <p:cNvSpPr txBox="1"/>
          <p:nvPr/>
        </p:nvSpPr>
        <p:spPr>
          <a:xfrm>
            <a:off x="2938390" y="5641439"/>
            <a:ext cx="6094826" cy="417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600"/>
              </a:spcAft>
              <a:buNone/>
            </a:pPr>
            <a:r>
              <a:rPr lang="hr-HR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Tablica 1: Tablica IP adresa</a:t>
            </a:r>
            <a:endParaRPr lang="hr-HR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68522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324E9-AE68-9994-2629-3C301F25C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sz="4000" dirty="0"/>
              <a:t>Testiranje </a:t>
            </a:r>
            <a:r>
              <a:rPr lang="hr-HR" sz="4000" dirty="0" err="1"/>
              <a:t>povezivosti</a:t>
            </a:r>
            <a:r>
              <a:rPr lang="hr-HR" sz="4000" dirty="0"/>
              <a:t> bez primjene sigurnosnih pravila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FC478-E190-C0C5-6CFF-95D423E3E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2" y="2666824"/>
            <a:ext cx="9779182" cy="3366815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hr-HR" sz="2200" dirty="0"/>
              <a:t>Prije primjene dodatnih sigurnosnih ograničenja testirana je </a:t>
            </a:r>
            <a:r>
              <a:rPr lang="hr-HR" sz="2200" dirty="0" err="1"/>
              <a:t>povezivost</a:t>
            </a:r>
            <a:r>
              <a:rPr lang="hr-HR" sz="2200" dirty="0"/>
              <a:t> između krajnjih uređaja u različitim VLAN-ovima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hr-HR" sz="2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r-HR" sz="2200" dirty="0"/>
              <a:t>Potvrđena komunikacija između svih segmenata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hr-HR" sz="1600" dirty="0"/>
              <a:t>Pokazuje da VLAN segmentacija  sama po sebi ne ograničava promet, već služi prvenstveno za logičku organizaciju mreže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75552-9FB2-C727-22DF-EE0E9580F2D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E49A7C7-93FB-48C5-82BE-CFA0702DF995}" type="datetime1">
              <a:rPr lang="hr-HR" noProof="0" smtClean="0">
                <a:latin typeface="Arial" panose="020B0604020202020204" pitchFamily="34" charset="0"/>
              </a:rPr>
              <a:t>13.1.2026.</a:t>
            </a:fld>
            <a:endParaRPr lang="hr-HR" noProof="0">
              <a:latin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0FF78-7557-AC54-D2A0-40FF4B869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hr-HR" noProof="0" smtClean="0"/>
              <a:pPr/>
              <a:t>9</a:t>
            </a:fld>
            <a:endParaRPr lang="hr-HR" noProof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34006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85325-41D5-F8C8-0D8A-4A47860F6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ctr">
            <a:normAutofit/>
          </a:bodyPr>
          <a:lstStyle/>
          <a:p>
            <a:r>
              <a:rPr lang="hr-HR" sz="4400" dirty="0"/>
              <a:t>Implementacija ACL pravila za kontrolu prometa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6E844-EA9B-2129-8A36-E687B7FDEA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585" y="2240766"/>
            <a:ext cx="4794341" cy="3366815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hr-HR" sz="1600" b="1"/>
              <a:t>Filtriranje prometa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hr-HR" sz="1600"/>
              <a:t>Implementirane su Access Control Liste (ACL) na routeru kako bi se precizno definiralo tko smije komunicirati s kojim segmentom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r-HR" sz="1600" b="1"/>
              <a:t>Sigurnosna politika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hr-HR" sz="1600"/>
              <a:t>Korisničkom VLAN-u dopušten je isključivo HTTP promet prema serverskom sustavu, dok je ICMP (ping) i pristup Management VLAN-u potpuno blokiran.</a:t>
            </a:r>
            <a:endParaRPr lang="hr-HR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181C7-4CB9-874F-AE5A-D6FA2797CA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142CCDE-CC2F-4D74-9CA3-2E5140A633CD}" type="datetime1">
              <a:rPr lang="hr-HR" noProof="0" smtClean="0"/>
              <a:t>13.1.2026.</a:t>
            </a:fld>
            <a:endParaRPr lang="hr-HR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7E0B6-782B-7C09-32C9-56F9A26F15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hr-HR" noProof="0" smtClean="0"/>
              <a:pPr>
                <a:spcAft>
                  <a:spcPts val="600"/>
                </a:spcAft>
              </a:pPr>
              <a:t>10</a:t>
            </a:fld>
            <a:endParaRPr lang="hr-HR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6BC01D-35A0-5D3A-F989-8D2E637A1C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" t="-4" r="1532" b="1"/>
          <a:stretch>
            <a:fillRect/>
          </a:stretch>
        </p:blipFill>
        <p:spPr bwMode="auto">
          <a:xfrm>
            <a:off x="5218561" y="2578919"/>
            <a:ext cx="6879654" cy="2403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148573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E16A3-7C47-818E-0C21-877A74115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72065"/>
            <a:ext cx="9779183" cy="1325563"/>
          </a:xfrm>
        </p:spPr>
        <p:txBody>
          <a:bodyPr/>
          <a:lstStyle/>
          <a:p>
            <a:r>
              <a:rPr lang="hr-HR" sz="4000" dirty="0"/>
              <a:t>Ponovno testiranje i analiza rezultata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D9575-191A-20C9-6154-CF5D303E90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2" y="1745592"/>
            <a:ext cx="9779182" cy="3366815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hr-HR" sz="1800" dirty="0"/>
              <a:t>Dopušten samo unaprijed definirani promet, dok su svi ostali pokušaji komunikacije između korisničkog i administratorskog VLAN-a uspješno blokirani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r-HR" sz="1800" dirty="0"/>
              <a:t>Administratorski VLAN zadržao je puni pristup ostalim mrežnim segmentima, što je u skladu s postavljenom sigurnosnom politikom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r-HR" sz="1800" dirty="0"/>
              <a:t>Nakon primjene ACL pravila testiran je i promet iz različitih VLAN-ova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DCFF71-CE67-28C2-A4C5-54A44237677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A8402E1-299A-41E9-A6B2-CC546D417273}" type="datetime1">
              <a:rPr lang="hr-HR" noProof="0" smtClean="0">
                <a:latin typeface="Arial" panose="020B0604020202020204" pitchFamily="34" charset="0"/>
              </a:rPr>
              <a:t>13.1.2026.</a:t>
            </a:fld>
            <a:endParaRPr lang="hr-HR" noProof="0">
              <a:latin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4994DF-FE7D-9EC0-E3F4-3C24D2BF14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hr-HR" noProof="0" smtClean="0"/>
              <a:pPr/>
              <a:t>11</a:t>
            </a:fld>
            <a:endParaRPr lang="hr-HR" noProof="0">
              <a:latin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9EC046D-24B6-C6EF-5364-F6FDFF12F8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3815954"/>
              </p:ext>
            </p:extLst>
          </p:nvPr>
        </p:nvGraphicFramePr>
        <p:xfrm>
          <a:off x="2399029" y="3573976"/>
          <a:ext cx="6519682" cy="218409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29561">
                  <a:extLst>
                    <a:ext uri="{9D8B030D-6E8A-4147-A177-3AD203B41FA5}">
                      <a16:colId xmlns:a16="http://schemas.microsoft.com/office/drawing/2014/main" val="989669576"/>
                    </a:ext>
                  </a:extLst>
                </a:gridCol>
                <a:gridCol w="1629561">
                  <a:extLst>
                    <a:ext uri="{9D8B030D-6E8A-4147-A177-3AD203B41FA5}">
                      <a16:colId xmlns:a16="http://schemas.microsoft.com/office/drawing/2014/main" val="3890723668"/>
                    </a:ext>
                  </a:extLst>
                </a:gridCol>
                <a:gridCol w="1630280">
                  <a:extLst>
                    <a:ext uri="{9D8B030D-6E8A-4147-A177-3AD203B41FA5}">
                      <a16:colId xmlns:a16="http://schemas.microsoft.com/office/drawing/2014/main" val="2546739616"/>
                    </a:ext>
                  </a:extLst>
                </a:gridCol>
                <a:gridCol w="1630280">
                  <a:extLst>
                    <a:ext uri="{9D8B030D-6E8A-4147-A177-3AD203B41FA5}">
                      <a16:colId xmlns:a16="http://schemas.microsoft.com/office/drawing/2014/main" val="1599156963"/>
                    </a:ext>
                  </a:extLst>
                </a:gridCol>
              </a:tblGrid>
              <a:tr h="23925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1100">
                          <a:effectLst/>
                        </a:rPr>
                        <a:t>Izvor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1100">
                          <a:effectLst/>
                        </a:rPr>
                        <a:t>Odredište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1100">
                          <a:effectLst/>
                        </a:rPr>
                        <a:t>Protokol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1100">
                          <a:effectLst/>
                        </a:rPr>
                        <a:t>R¬ezultat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8396676"/>
                  </a:ext>
                </a:extLst>
              </a:tr>
              <a:tr h="23925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1100">
                          <a:effectLst/>
                        </a:rPr>
                        <a:t>Users (PC0)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1100">
                          <a:effectLst/>
                        </a:rPr>
                        <a:t>Users (PC1)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1100">
                          <a:effectLst/>
                        </a:rPr>
                        <a:t>ICMP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1100">
                          <a:effectLst/>
                        </a:rPr>
                        <a:t>Dozvoljeno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20847353"/>
                  </a:ext>
                </a:extLst>
              </a:tr>
              <a:tr h="23925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1100">
                          <a:effectLst/>
                        </a:rPr>
                        <a:t>Users (PC0)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1100">
                          <a:effectLst/>
                        </a:rPr>
                        <a:t>Servers (PC2)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1100">
                          <a:effectLst/>
                        </a:rPr>
                        <a:t>ICMP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1100">
                          <a:effectLst/>
                        </a:rPr>
                        <a:t>Blokirano (inicijativa)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16308230"/>
                  </a:ext>
                </a:extLst>
              </a:tr>
              <a:tr h="23925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1100">
                          <a:effectLst/>
                        </a:rPr>
                        <a:t>Users (PC0)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1100">
                          <a:effectLst/>
                        </a:rPr>
                        <a:t>Management (PC4)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1100">
                          <a:effectLst/>
                        </a:rPr>
                        <a:t>ICMP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1100">
                          <a:effectLst/>
                        </a:rPr>
                        <a:t>Blokirano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77277787"/>
                  </a:ext>
                </a:extLst>
              </a:tr>
              <a:tr h="23925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1100">
                          <a:effectLst/>
                        </a:rPr>
                        <a:t>Users (PC0)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1100">
                          <a:effectLst/>
                        </a:rPr>
                        <a:t>Servers (PC2)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1100">
                          <a:effectLst/>
                        </a:rPr>
                        <a:t>TCP 80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1100">
                          <a:effectLst/>
                        </a:rPr>
                        <a:t>Dozvoljeno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0484012"/>
                  </a:ext>
                </a:extLst>
              </a:tr>
              <a:tr h="50933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1100">
                          <a:effectLst/>
                        </a:rPr>
                        <a:t>Servers (PC2)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1100">
                          <a:effectLst/>
                        </a:rPr>
                        <a:t>Users (PC0)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1100">
                          <a:effectLst/>
                        </a:rPr>
                        <a:t>ICMP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1100">
                          <a:effectLst/>
                        </a:rPr>
                        <a:t>Dozvoljeno (odgovori)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54283162"/>
                  </a:ext>
                </a:extLst>
              </a:tr>
              <a:tr h="23925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1100">
                          <a:effectLst/>
                        </a:rPr>
                        <a:t>Management (PC4)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1100">
                          <a:effectLst/>
                        </a:rPr>
                        <a:t>Users (PC0)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1100">
                          <a:effectLst/>
                        </a:rPr>
                        <a:t>ICMP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1100">
                          <a:effectLst/>
                        </a:rPr>
                        <a:t>Dozvoljeno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4726321"/>
                  </a:ext>
                </a:extLst>
              </a:tr>
              <a:tr h="23925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1100">
                          <a:effectLst/>
                        </a:rPr>
                        <a:t>Management (PC4)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1100">
                          <a:effectLst/>
                        </a:rPr>
                        <a:t>Servers (PC2)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1100" dirty="0">
                          <a:effectLst/>
                        </a:rPr>
                        <a:t>ICMP</a:t>
                      </a:r>
                      <a:endParaRPr lang="hr-HR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hr-HR" sz="1100" dirty="0">
                          <a:effectLst/>
                        </a:rPr>
                        <a:t>Dozvoljeno</a:t>
                      </a:r>
                      <a:endParaRPr lang="hr-HR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7838140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0E5694B-B7B9-85BD-6AE3-B0B06A558E73}"/>
              </a:ext>
            </a:extLst>
          </p:cNvPr>
          <p:cNvSpPr txBox="1"/>
          <p:nvPr/>
        </p:nvSpPr>
        <p:spPr>
          <a:xfrm>
            <a:off x="2683566" y="5758071"/>
            <a:ext cx="6096000" cy="376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600"/>
              </a:spcAft>
              <a:buNone/>
            </a:pPr>
            <a:r>
              <a:rPr lang="hr-HR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Tablica 3: Rezultati testiranja VLAN-ova</a:t>
            </a:r>
            <a:endParaRPr lang="hr-HR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27995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A1EF2-5481-6F3F-68FD-7A64B09AC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575" y="474185"/>
            <a:ext cx="9779183" cy="791768"/>
          </a:xfrm>
        </p:spPr>
        <p:txBody>
          <a:bodyPr/>
          <a:lstStyle/>
          <a:p>
            <a:r>
              <a:rPr lang="hr-HR" sz="4000" dirty="0"/>
              <a:t>Dodatan primjer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90C9FD-F34B-ED8F-A249-64BBAACD5EA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CFFAADB-6B75-4E96-BA8B-D3E3A2428B43}" type="datetime1">
              <a:rPr lang="hr-HR" noProof="0" smtClean="0">
                <a:latin typeface="Arial" panose="020B0604020202020204" pitchFamily="34" charset="0"/>
              </a:rPr>
              <a:t>13.1.2026.</a:t>
            </a:fld>
            <a:endParaRPr lang="hr-HR" noProof="0">
              <a:latin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93AE64-CBC7-A6EA-DE04-50A2C79C8D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hr-HR" noProof="0" smtClean="0"/>
              <a:pPr/>
              <a:t>12</a:t>
            </a:fld>
            <a:endParaRPr lang="hr-HR" noProof="0"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F68A29-1C1B-3578-A241-5188BDDE94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576"/>
          <a:stretch>
            <a:fillRect/>
          </a:stretch>
        </p:blipFill>
        <p:spPr>
          <a:xfrm>
            <a:off x="1468740" y="2669864"/>
            <a:ext cx="2450540" cy="30056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F1FDB4A-F773-4879-FEF5-0347EB3D818A}"/>
              </a:ext>
            </a:extLst>
          </p:cNvPr>
          <p:cNvSpPr txBox="1"/>
          <p:nvPr/>
        </p:nvSpPr>
        <p:spPr>
          <a:xfrm>
            <a:off x="-353403" y="5774202"/>
            <a:ext cx="6094826" cy="417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hr-HR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Slika 11: Prikaz topologije</a:t>
            </a:r>
            <a:endParaRPr lang="hr-HR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2D18A47-0888-283C-AE9C-ED50B0BC96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15" r="7031" b="1986"/>
          <a:stretch>
            <a:fillRect/>
          </a:stretch>
        </p:blipFill>
        <p:spPr>
          <a:xfrm>
            <a:off x="4943115" y="2613169"/>
            <a:ext cx="6480259" cy="296372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36EF681-4570-2BF4-29A5-6FB56E2E2E92}"/>
              </a:ext>
            </a:extLst>
          </p:cNvPr>
          <p:cNvSpPr txBox="1"/>
          <p:nvPr/>
        </p:nvSpPr>
        <p:spPr>
          <a:xfrm>
            <a:off x="4943115" y="5597318"/>
            <a:ext cx="3245254" cy="786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Konfiguracija VLAN-ova i dodjeljivanje portova </a:t>
            </a:r>
            <a:endParaRPr lang="hr-HR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C4120C-8FB8-7598-A34B-E89F264D8DA9}"/>
              </a:ext>
            </a:extLst>
          </p:cNvPr>
          <p:cNvSpPr txBox="1"/>
          <p:nvPr/>
        </p:nvSpPr>
        <p:spPr>
          <a:xfrm>
            <a:off x="1144575" y="1552537"/>
            <a:ext cx="87216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Dodano je šesto računalo u poseban VLAN namijenjen simulaciji nepouzdanog ili napadačkog uređaja.</a:t>
            </a:r>
          </a:p>
        </p:txBody>
      </p:sp>
    </p:spTree>
    <p:extLst>
      <p:ext uri="{BB962C8B-B14F-4D97-AF65-F5344CB8AC3E}">
        <p14:creationId xmlns:p14="http://schemas.microsoft.com/office/powerpoint/2010/main" val="6311829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15169-8148-4279-B467-EA8C84D1D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1474" y="484570"/>
            <a:ext cx="9779183" cy="798789"/>
          </a:xfrm>
        </p:spPr>
        <p:txBody>
          <a:bodyPr/>
          <a:lstStyle/>
          <a:p>
            <a:r>
              <a:rPr lang="hr-HR" sz="4000" dirty="0"/>
              <a:t>Dodatan primjer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658CB77-361A-6283-A80A-0A71C069BF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0961006"/>
              </p:ext>
            </p:extLst>
          </p:nvPr>
        </p:nvGraphicFramePr>
        <p:xfrm>
          <a:off x="1451111" y="1699937"/>
          <a:ext cx="8560906" cy="382718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26503">
                  <a:extLst>
                    <a:ext uri="{9D8B030D-6E8A-4147-A177-3AD203B41FA5}">
                      <a16:colId xmlns:a16="http://schemas.microsoft.com/office/drawing/2014/main" val="3014385188"/>
                    </a:ext>
                  </a:extLst>
                </a:gridCol>
                <a:gridCol w="1426503">
                  <a:extLst>
                    <a:ext uri="{9D8B030D-6E8A-4147-A177-3AD203B41FA5}">
                      <a16:colId xmlns:a16="http://schemas.microsoft.com/office/drawing/2014/main" val="1513916150"/>
                    </a:ext>
                  </a:extLst>
                </a:gridCol>
                <a:gridCol w="1426503">
                  <a:extLst>
                    <a:ext uri="{9D8B030D-6E8A-4147-A177-3AD203B41FA5}">
                      <a16:colId xmlns:a16="http://schemas.microsoft.com/office/drawing/2014/main" val="3331952245"/>
                    </a:ext>
                  </a:extLst>
                </a:gridCol>
                <a:gridCol w="1426503">
                  <a:extLst>
                    <a:ext uri="{9D8B030D-6E8A-4147-A177-3AD203B41FA5}">
                      <a16:colId xmlns:a16="http://schemas.microsoft.com/office/drawing/2014/main" val="1185140805"/>
                    </a:ext>
                  </a:extLst>
                </a:gridCol>
                <a:gridCol w="1427447">
                  <a:extLst>
                    <a:ext uri="{9D8B030D-6E8A-4147-A177-3AD203B41FA5}">
                      <a16:colId xmlns:a16="http://schemas.microsoft.com/office/drawing/2014/main" val="480578818"/>
                    </a:ext>
                  </a:extLst>
                </a:gridCol>
                <a:gridCol w="1427447">
                  <a:extLst>
                    <a:ext uri="{9D8B030D-6E8A-4147-A177-3AD203B41FA5}">
                      <a16:colId xmlns:a16="http://schemas.microsoft.com/office/drawing/2014/main" val="1605303190"/>
                    </a:ext>
                  </a:extLst>
                </a:gridCol>
              </a:tblGrid>
              <a:tr h="15728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Uređaj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VLAN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 dirty="0">
                          <a:effectLst/>
                        </a:rPr>
                        <a:t>IP adresa</a:t>
                      </a:r>
                      <a:endParaRPr lang="hr-HR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Maska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Gateway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Uloga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extLst>
                  <a:ext uri="{0D108BD9-81ED-4DB2-BD59-A6C34878D82A}">
                    <a16:rowId xmlns:a16="http://schemas.microsoft.com/office/drawing/2014/main" val="3956600478"/>
                  </a:ext>
                </a:extLst>
              </a:tr>
              <a:tr h="32583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PC1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VLAN 10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192.168.10.100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255.255.255.0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192.168.10.1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Korisničko računalo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extLst>
                  <a:ext uri="{0D108BD9-81ED-4DB2-BD59-A6C34878D82A}">
                    <a16:rowId xmlns:a16="http://schemas.microsoft.com/office/drawing/2014/main" val="3786104023"/>
                  </a:ext>
                </a:extLst>
              </a:tr>
              <a:tr h="32583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S1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VLAN 10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192.168.10.10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255.255.255.0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192.168.10.1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Poslužitelj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extLst>
                  <a:ext uri="{0D108BD9-81ED-4DB2-BD59-A6C34878D82A}">
                    <a16:rowId xmlns:a16="http://schemas.microsoft.com/office/drawing/2014/main" val="443058595"/>
                  </a:ext>
                </a:extLst>
              </a:tr>
              <a:tr h="32583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PC2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VLAN 20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192.168.20.100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255.255.255.0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192.168.20.1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Korisničko računalo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extLst>
                  <a:ext uri="{0D108BD9-81ED-4DB2-BD59-A6C34878D82A}">
                    <a16:rowId xmlns:a16="http://schemas.microsoft.com/office/drawing/2014/main" val="2273666378"/>
                  </a:ext>
                </a:extLst>
              </a:tr>
              <a:tr h="32583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S2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VLAN 20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192.168.20.10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255.255.255.0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192.168.20.1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Poslužitelj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extLst>
                  <a:ext uri="{0D108BD9-81ED-4DB2-BD59-A6C34878D82A}">
                    <a16:rowId xmlns:a16="http://schemas.microsoft.com/office/drawing/2014/main" val="2439792173"/>
                  </a:ext>
                </a:extLst>
              </a:tr>
              <a:tr h="32583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PC3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VLAN 30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192.168.30.100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255.255.255.0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192.168.30.1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Korisničko računalo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extLst>
                  <a:ext uri="{0D108BD9-81ED-4DB2-BD59-A6C34878D82A}">
                    <a16:rowId xmlns:a16="http://schemas.microsoft.com/office/drawing/2014/main" val="2532519602"/>
                  </a:ext>
                </a:extLst>
              </a:tr>
              <a:tr h="32583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S3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VLAN 30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192.168.30.10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255.255.255.0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192.168.30.1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Poslužitelj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extLst>
                  <a:ext uri="{0D108BD9-81ED-4DB2-BD59-A6C34878D82A}">
                    <a16:rowId xmlns:a16="http://schemas.microsoft.com/office/drawing/2014/main" val="1135645843"/>
                  </a:ext>
                </a:extLst>
              </a:tr>
              <a:tr h="32583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PC4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VLAN 40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192.168.40.100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255.255.255.0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192.168.40.1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Korisničko računalo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extLst>
                  <a:ext uri="{0D108BD9-81ED-4DB2-BD59-A6C34878D82A}">
                    <a16:rowId xmlns:a16="http://schemas.microsoft.com/office/drawing/2014/main" val="1373401319"/>
                  </a:ext>
                </a:extLst>
              </a:tr>
              <a:tr h="32583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S4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VLAN 40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192.168.40.10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255.255.255.0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192.168.40.1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Poslužitelj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extLst>
                  <a:ext uri="{0D108BD9-81ED-4DB2-BD59-A6C34878D82A}">
                    <a16:rowId xmlns:a16="http://schemas.microsoft.com/office/drawing/2014/main" val="225081876"/>
                  </a:ext>
                </a:extLst>
              </a:tr>
              <a:tr h="32583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PC5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VLAN 50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192.168.50.100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255.255.255.0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192.168.50.1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Korisničko računalo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extLst>
                  <a:ext uri="{0D108BD9-81ED-4DB2-BD59-A6C34878D82A}">
                    <a16:rowId xmlns:a16="http://schemas.microsoft.com/office/drawing/2014/main" val="1496053860"/>
                  </a:ext>
                </a:extLst>
              </a:tr>
              <a:tr h="32583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S5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VLAN 50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192.168.50.10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255.255.255.0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192.168.50.1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Poslužitelj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extLst>
                  <a:ext uri="{0D108BD9-81ED-4DB2-BD59-A6C34878D82A}">
                    <a16:rowId xmlns:a16="http://schemas.microsoft.com/office/drawing/2014/main" val="2894084122"/>
                  </a:ext>
                </a:extLst>
              </a:tr>
              <a:tr h="32583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PC6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VLAN 99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192.168.99.100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 dirty="0">
                          <a:effectLst/>
                        </a:rPr>
                        <a:t>255.255.255.0</a:t>
                      </a:r>
                      <a:endParaRPr lang="hr-HR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>
                          <a:effectLst/>
                        </a:rPr>
                        <a:t>192.168.99.1</a:t>
                      </a:r>
                      <a:endParaRPr lang="hr-H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hr-HR" sz="1200" dirty="0">
                          <a:effectLst/>
                        </a:rPr>
                        <a:t>Izolirani (</a:t>
                      </a:r>
                      <a:r>
                        <a:rPr lang="hr-HR" sz="1200" dirty="0" err="1">
                          <a:effectLst/>
                        </a:rPr>
                        <a:t>attacker</a:t>
                      </a:r>
                      <a:r>
                        <a:rPr lang="hr-HR" sz="1200" dirty="0">
                          <a:effectLst/>
                        </a:rPr>
                        <a:t>)</a:t>
                      </a:r>
                      <a:endParaRPr lang="hr-HR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603" marR="42603" marT="0" marB="0"/>
                </a:tc>
                <a:extLst>
                  <a:ext uri="{0D108BD9-81ED-4DB2-BD59-A6C34878D82A}">
                    <a16:rowId xmlns:a16="http://schemas.microsoft.com/office/drawing/2014/main" val="3201010040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927189-96E6-E048-F09D-D599591DC0D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BB8B702-403D-4506-8E46-F13BCF04FF36}" type="datetime1">
              <a:rPr lang="hr-HR" noProof="0" smtClean="0">
                <a:latin typeface="Arial" panose="020B0604020202020204" pitchFamily="34" charset="0"/>
              </a:rPr>
              <a:t>13.1.2026.</a:t>
            </a:fld>
            <a:endParaRPr lang="hr-HR" noProof="0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AADBC4-88EC-2A50-74C5-7470F56CFB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hr-HR" noProof="0" smtClean="0"/>
              <a:pPr/>
              <a:t>13</a:t>
            </a:fld>
            <a:endParaRPr lang="hr-HR" noProof="0"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9D8445-F897-53C7-DF22-36C913ABDC62}"/>
              </a:ext>
            </a:extLst>
          </p:cNvPr>
          <p:cNvSpPr txBox="1"/>
          <p:nvPr/>
        </p:nvSpPr>
        <p:spPr>
          <a:xfrm>
            <a:off x="1272208" y="5712861"/>
            <a:ext cx="6096000" cy="457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600"/>
              </a:spcAft>
              <a:buNone/>
            </a:pPr>
            <a:r>
              <a:rPr lang="hr-HR" dirty="0">
                <a:latin typeface="Arial" panose="020B0604020202020204" pitchFamily="34" charset="0"/>
                <a:ea typeface="Times New Roman" panose="02020603050405020304" pitchFamily="18" charset="0"/>
              </a:rPr>
              <a:t>Tablica 4: </a:t>
            </a:r>
            <a:r>
              <a:rPr lang="pl-PL" dirty="0">
                <a:latin typeface="Arial" panose="020B0604020202020204" pitchFamily="34" charset="0"/>
                <a:ea typeface="Times New Roman" panose="02020603050405020304" pitchFamily="18" charset="0"/>
              </a:rPr>
              <a:t>Konfiguracija IP adresa na krajnjim uređajima</a:t>
            </a:r>
            <a:endParaRPr lang="hr-HR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62838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CC746-7012-57A8-32C2-E5DFE0A4F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3" y="-136705"/>
            <a:ext cx="9779183" cy="1325563"/>
          </a:xfrm>
        </p:spPr>
        <p:txBody>
          <a:bodyPr/>
          <a:lstStyle/>
          <a:p>
            <a:r>
              <a:rPr lang="hr-HR" sz="4000" dirty="0"/>
              <a:t>Dodatan primjer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72C51-734F-CE7D-E609-CCD4BE89D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1588402"/>
            <a:ext cx="4796874" cy="3366815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hr-HR" sz="1600" b="1" dirty="0"/>
              <a:t>ICMP provjera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hr-HR" sz="1400" dirty="0"/>
              <a:t>Testovi su potvrdili da korisnici mogu pristupiti svojim serverima, dok su napadači u potpunosti blokirani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r-HR" sz="1600" b="1" dirty="0"/>
              <a:t>Sprječavanje lateralnog kretanja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hr-HR" sz="1400" dirty="0"/>
              <a:t>Dokazano je da segmentacija učinkovito zaustavlja kretanje napadača kroz mrežu bez ometanja legitimnog rada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A9265C-1C39-1029-1890-9962A3E7933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BB8B702-403D-4506-8E46-F13BCF04FF36}" type="datetime1">
              <a:rPr lang="hr-HR" noProof="0" smtClean="0">
                <a:latin typeface="Arial" panose="020B0604020202020204" pitchFamily="34" charset="0"/>
              </a:rPr>
              <a:t>13.1.2026.</a:t>
            </a:fld>
            <a:endParaRPr lang="hr-HR" noProof="0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6B94D0-36D8-E582-F721-C536519A5E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hr-HR" noProof="0" smtClean="0"/>
              <a:pPr/>
              <a:t>14</a:t>
            </a:fld>
            <a:endParaRPr lang="hr-HR" noProof="0"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F4BAF1-56F3-ABA9-59B9-C31F19BEC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397" y="3753190"/>
            <a:ext cx="3935393" cy="22966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30C64ED-8DB3-9A6B-DF18-65061E715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635" y="1679728"/>
            <a:ext cx="3935393" cy="449221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8B935C5-DF68-E609-D718-4CE4D5AF07AE}"/>
              </a:ext>
            </a:extLst>
          </p:cNvPr>
          <p:cNvSpPr txBox="1"/>
          <p:nvPr/>
        </p:nvSpPr>
        <p:spPr>
          <a:xfrm>
            <a:off x="1542578" y="6049887"/>
            <a:ext cx="3457033" cy="612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Uspješna komunikacija između dozvoljenog računala i pripadajućeg servera</a:t>
            </a:r>
            <a:endParaRPr lang="hr-HR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153BC7-0F5A-FCC0-1828-CA6AF87DC5B9}"/>
              </a:ext>
            </a:extLst>
          </p:cNvPr>
          <p:cNvSpPr txBox="1"/>
          <p:nvPr/>
        </p:nvSpPr>
        <p:spPr>
          <a:xfrm>
            <a:off x="9935227" y="3088929"/>
            <a:ext cx="2384474" cy="1022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Neuspješan pokušaj pristupa s izoliranog računala (VLAN 99)</a:t>
            </a:r>
            <a:endParaRPr lang="hr-HR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27221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44702-6D36-D85B-94A6-843389897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b">
            <a:normAutofit/>
          </a:bodyPr>
          <a:lstStyle/>
          <a:p>
            <a:r>
              <a:rPr lang="hr-HR" dirty="0"/>
              <a:t>Zaključak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C4FED-890A-CC4F-B2B7-49C19B041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7561"/>
            <a:ext cx="9779182" cy="3366815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hr-HR" sz="2600" dirty="0"/>
              <a:t>Jasno je pokazana razlika između same logičke podjele mreže (VLAN) i stvarne kontrole prometa (ACL)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r-HR" sz="2600" b="1" dirty="0"/>
              <a:t>Višeslojna zaštita - </a:t>
            </a:r>
            <a:r>
              <a:rPr lang="hr-HR" sz="2600" dirty="0"/>
              <a:t>Kombinacija VLAN segmentacije, ACL pravila i </a:t>
            </a:r>
            <a:r>
              <a:rPr lang="hr-HR" sz="2600" dirty="0" err="1"/>
              <a:t>mikrosegmentacije</a:t>
            </a:r>
            <a:endParaRPr lang="hr-HR" sz="26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hr-HR" sz="2200" dirty="0"/>
              <a:t>pruža najvišu razinu sigurnosti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r-HR" sz="2600" dirty="0"/>
              <a:t>Segmentacija predstavlja nezaobilaznu osnovu za primjenu modernih sigurnosnih modela kao što je Zero Trust.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C8F5DD-0EC8-D135-94CD-C9BDA64F40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BB8B702-403D-4506-8E46-F13BCF04FF36}" type="datetime1">
              <a:rPr lang="hr-HR" noProof="0" smtClean="0"/>
              <a:pPr>
                <a:spcAft>
                  <a:spcPts val="600"/>
                </a:spcAft>
              </a:pPr>
              <a:t>13.1.2026.</a:t>
            </a:fld>
            <a:endParaRPr lang="hr-HR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45B8AD-9DE7-4AE3-0695-3B688AAB26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hr-HR" noProof="0" smtClean="0"/>
              <a:pPr>
                <a:spcAft>
                  <a:spcPts val="600"/>
                </a:spcAft>
              </a:pPr>
              <a:t>15</a:t>
            </a:fld>
            <a:endParaRPr lang="hr-HR" noProof="0"/>
          </a:p>
        </p:txBody>
      </p:sp>
    </p:spTree>
    <p:extLst>
      <p:ext uri="{BB962C8B-B14F-4D97-AF65-F5344CB8AC3E}">
        <p14:creationId xmlns:p14="http://schemas.microsoft.com/office/powerpoint/2010/main" val="27599142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FCA95-6C3F-B36B-2439-0C7988CA98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1122363"/>
            <a:ext cx="7096933" cy="2387600"/>
          </a:xfrm>
        </p:spPr>
        <p:txBody>
          <a:bodyPr anchor="b">
            <a:normAutofit/>
          </a:bodyPr>
          <a:lstStyle/>
          <a:p>
            <a:r>
              <a:rPr lang="hr-HR" dirty="0"/>
              <a:t>Hvala na pažnji!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2A3C88EB-B131-A0CB-E324-D9D98D6BD3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02038"/>
            <a:ext cx="9500507" cy="80667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7436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sustava Office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257829_TF45331398_Win32" id="{EDC78D6A-C742-416C-B157-2A0C65D76AC2}" vid="{CF53801B-00CC-4CDE-8C65-8C5A71A88D32}"/>
    </a:ext>
  </a:extLst>
</a:theme>
</file>

<file path=ppt/theme/theme2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5334180-0405-413B-834A-44FA9E05ADB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5BAB77-79E1-4739-AA51-10C9079186D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A615295-94F6-4CE2-A1B1-6B7E1DAA5A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Univerzalna prezentacija</Template>
  <TotalTime>57</TotalTime>
  <Words>909</Words>
  <Application>Microsoft Office PowerPoint</Application>
  <PresentationFormat>Widescreen</PresentationFormat>
  <Paragraphs>246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Tenorite</vt:lpstr>
      <vt:lpstr>Times New Roman</vt:lpstr>
      <vt:lpstr>Tema sustava Office</vt:lpstr>
      <vt:lpstr>Network segmentation</vt:lpstr>
      <vt:lpstr>Sadržaj</vt:lpstr>
      <vt:lpstr>Uvod</vt:lpstr>
      <vt:lpstr>Prvi dio projekta</vt:lpstr>
      <vt:lpstr>Izrada mrežne topologije</vt:lpstr>
      <vt:lpstr>Kreiranje i konfiguracija VLAN-ova</vt:lpstr>
      <vt:lpstr>Trunk veza i router-on-a-stick konfiguracija</vt:lpstr>
      <vt:lpstr>Konfiguracija IP adresa na krajnim uređajima</vt:lpstr>
      <vt:lpstr>Testiranje povezivosti bez primjene sigurnosnih pravila</vt:lpstr>
      <vt:lpstr>Implementacija ACL pravila za kontrolu prometa</vt:lpstr>
      <vt:lpstr>Ponovno testiranje i analiza rezultata</vt:lpstr>
      <vt:lpstr>Dodatan primjer</vt:lpstr>
      <vt:lpstr>Dodatan primjer</vt:lpstr>
      <vt:lpstr>Dodatan primjer</vt:lpstr>
      <vt:lpstr>Zaključak</vt:lpstr>
      <vt:lpstr>Hvala na pažnji!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 Kelemen</dc:creator>
  <cp:lastModifiedBy>Martin Kelemen</cp:lastModifiedBy>
  <cp:revision>5</cp:revision>
  <dcterms:created xsi:type="dcterms:W3CDTF">2026-01-13T21:59:59Z</dcterms:created>
  <dcterms:modified xsi:type="dcterms:W3CDTF">2026-01-13T22:57:54Z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